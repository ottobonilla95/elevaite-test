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8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144">
          <p15:clr>
            <a:srgbClr val="A4A3A4"/>
          </p15:clr>
        </p15:guide>
        <p15:guide id="2" orient="horz" pos="1620">
          <p15:clr>
            <a:srgbClr val="A4A3A4"/>
          </p15:clr>
        </p15:guide>
      </p15:sldGuideLst>
    </p:ext>
    <p:ext uri="GoogleSlidesCustomDataVersion2">
      <go:slidesCustomData xmlns:go="http://customooxmlschemas.google.com/" r:id="rId12" roundtripDataSignature="AMtx7mg4H0MmWbAcVbRU/PR4GxIdhHa1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44"/>
        <p:guide pos="162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2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</a:rPr>
              <a:t>‹#›</a:t>
            </a:fld>
            <a:endParaRPr b="0" i="0" sz="12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Those 78,700 employees are across 362 different offices, driving nearly $50B in revenue.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Source: Cisco Key Facts &amp; Figures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i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 (Internal): https://spokesperson.cisco.com/#/content-detail/df16d068-2426-4fcd-b588-e9eac9c90906</a:t>
            </a:r>
            <a:endParaRPr i="1" sz="1600">
              <a:solidFill>
                <a:schemeClr val="dk1"/>
              </a:solidFill>
            </a:endParaRPr>
          </a:p>
        </p:txBody>
      </p:sp>
      <p:sp>
        <p:nvSpPr>
          <p:cNvPr id="302" name="Google Shape;30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chemeClr val="dk1"/>
                </a:solidFill>
              </a:rPr>
              <a:t>In FY21, $36B of our revenue came from product revenue, and $13.8B came from services. We maintain </a:t>
            </a:r>
            <a:r>
              <a:rPr i="0" lang="en-US" sz="1600">
                <a:solidFill>
                  <a:srgbClr val="FF0000"/>
                </a:solidFill>
              </a:rPr>
              <a:t>$24.5B </a:t>
            </a:r>
            <a:r>
              <a:rPr i="0" lang="en-US" sz="1600">
                <a:solidFill>
                  <a:schemeClr val="dk1"/>
                </a:solidFill>
              </a:rPr>
              <a:t>in total cash and investments.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chemeClr val="dk1"/>
                </a:solidFill>
              </a:rPr>
              <a:t>Sources: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chemeClr val="dk1"/>
                </a:solidFill>
              </a:rPr>
              <a:t>https://newsroom.cisco.com/press-release-content?type=webcontent&amp;articleId=2190704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https://investor.cisco.com/financial-information/interactive-financials/default.aspx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600">
              <a:solidFill>
                <a:schemeClr val="dk1"/>
              </a:solidFill>
            </a:endParaRPr>
          </a:p>
        </p:txBody>
      </p:sp>
      <p:sp>
        <p:nvSpPr>
          <p:cNvPr id="319" name="Google Shape;31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gue">
  <p:cSld name="1_Segue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05"/>
          <p:cNvSpPr txBox="1"/>
          <p:nvPr>
            <p:ph type="ctrTitle"/>
          </p:nvPr>
        </p:nvSpPr>
        <p:spPr>
          <a:xfrm>
            <a:off x="437475" y="2286001"/>
            <a:ext cx="5108400" cy="5714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00" spcFirstLastPara="1" rIns="91400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5"/>
          <p:cNvSpPr txBox="1"/>
          <p:nvPr>
            <p:ph idx="1" type="body"/>
          </p:nvPr>
        </p:nvSpPr>
        <p:spPr>
          <a:xfrm>
            <a:off x="437475" y="2682867"/>
            <a:ext cx="5108400" cy="299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>
            <a:lvl1pPr indent="-228600" lvl="0" marL="457200" marR="0" rtl="0" algn="l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105"/>
          <p:cNvSpPr/>
          <p:nvPr/>
        </p:nvSpPr>
        <p:spPr>
          <a:xfrm>
            <a:off x="4572000" y="4657725"/>
            <a:ext cx="4572000" cy="4857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x3 Grid">
  <p:cSld name="3x3 Grid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8"/>
          <p:cNvSpPr txBox="1"/>
          <p:nvPr>
            <p:ph type="title"/>
          </p:nvPr>
        </p:nvSpPr>
        <p:spPr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687">
          <p15:clr>
            <a:srgbClr val="FBAE40"/>
          </p15:clr>
        </p15:guide>
        <p15:guide id="2" pos="4991">
          <p15:clr>
            <a:srgbClr val="FBAE40"/>
          </p15:clr>
        </p15:guide>
        <p15:guide id="3" orient="horz" pos="1560">
          <p15:clr>
            <a:srgbClr val="FBAE40"/>
          </p15:clr>
        </p15:guide>
        <p15:guide id="4" orient="horz" pos="273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Half_Page_Headline Only (Dark)">
  <p:cSld name="6_Half_Page_Headline Only (Dark)">
    <p:bg>
      <p:bgPr>
        <a:solidFill>
          <a:schemeClr val="dk2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09"/>
          <p:cNvSpPr/>
          <p:nvPr/>
        </p:nvSpPr>
        <p:spPr>
          <a:xfrm>
            <a:off x="0" y="0"/>
            <a:ext cx="4580092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09"/>
          <p:cNvSpPr txBox="1"/>
          <p:nvPr>
            <p:ph type="title"/>
          </p:nvPr>
        </p:nvSpPr>
        <p:spPr>
          <a:xfrm>
            <a:off x="437766" y="1659732"/>
            <a:ext cx="3808797" cy="1824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09"/>
          <p:cNvSpPr/>
          <p:nvPr/>
        </p:nvSpPr>
        <p:spPr>
          <a:xfrm>
            <a:off x="436323" y="4790024"/>
            <a:ext cx="3568392" cy="154502"/>
          </a:xfrm>
          <a:prstGeom prst="rect">
            <a:avLst/>
          </a:prstGeom>
          <a:noFill/>
          <a:ln>
            <a:noFill/>
          </a:ln>
        </p:spPr>
        <p:txBody>
          <a:bodyPr anchorCtr="0" anchor="b" bIns="30775" lIns="61550" spcFirstLastPara="1" rIns="61550" wrap="square" tIns="307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© 2021  Cisco and/or its affiliates. All rights reserved.   Cisco Confidential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ullet_Title only">
  <p:cSld name="1_Bullet_Title only">
    <p:bg>
      <p:bgPr>
        <a:solidFill>
          <a:schemeClr val="lt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10"/>
          <p:cNvSpPr txBox="1"/>
          <p:nvPr>
            <p:ph type="title"/>
          </p:nvPr>
        </p:nvSpPr>
        <p:spPr>
          <a:xfrm>
            <a:off x="437766" y="341314"/>
            <a:ext cx="8345488" cy="731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00" spcFirstLastPara="1" rIns="91400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>
                <a:solidFill>
                  <a:schemeClr val="accent1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Third_Page_Headline Only (Dark)">
  <p:cSld name="10_Third_Page_Headline Only (Dark)">
    <p:bg>
      <p:bgPr>
        <a:solidFill>
          <a:schemeClr val="accent3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11"/>
          <p:cNvSpPr/>
          <p:nvPr/>
        </p:nvSpPr>
        <p:spPr>
          <a:xfrm>
            <a:off x="1" y="0"/>
            <a:ext cx="3220064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11"/>
          <p:cNvSpPr txBox="1"/>
          <p:nvPr>
            <p:ph type="title"/>
          </p:nvPr>
        </p:nvSpPr>
        <p:spPr>
          <a:xfrm>
            <a:off x="437766" y="1659732"/>
            <a:ext cx="2483696" cy="1824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11"/>
          <p:cNvSpPr/>
          <p:nvPr/>
        </p:nvSpPr>
        <p:spPr>
          <a:xfrm>
            <a:off x="315268" y="4790024"/>
            <a:ext cx="3568392" cy="154502"/>
          </a:xfrm>
          <a:prstGeom prst="rect">
            <a:avLst/>
          </a:prstGeom>
          <a:noFill/>
          <a:ln>
            <a:noFill/>
          </a:ln>
        </p:spPr>
        <p:txBody>
          <a:bodyPr anchorCtr="0" anchor="b" bIns="30775" lIns="61550" spcFirstLastPara="1" rIns="61550" wrap="square" tIns="307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© 2021  Cisco and/or its affiliates. All rights reserved.   Cisco Confidential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Half_Page_Headline Only">
  <p:cSld name="6_Half_Page_Headline 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4"/>
          <p:cNvSpPr/>
          <p:nvPr/>
        </p:nvSpPr>
        <p:spPr>
          <a:xfrm>
            <a:off x="0" y="0"/>
            <a:ext cx="4580092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14"/>
          <p:cNvSpPr txBox="1"/>
          <p:nvPr>
            <p:ph type="title"/>
          </p:nvPr>
        </p:nvSpPr>
        <p:spPr>
          <a:xfrm>
            <a:off x="437766" y="1659731"/>
            <a:ext cx="3808797" cy="1824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4"/>
          <p:cNvSpPr/>
          <p:nvPr/>
        </p:nvSpPr>
        <p:spPr>
          <a:xfrm>
            <a:off x="477678" y="4741653"/>
            <a:ext cx="2946839" cy="154518"/>
          </a:xfrm>
          <a:prstGeom prst="rect">
            <a:avLst/>
          </a:prstGeom>
          <a:noFill/>
          <a:ln>
            <a:noFill/>
          </a:ln>
        </p:spPr>
        <p:txBody>
          <a:bodyPr anchorCtr="0" anchor="b" bIns="30775" lIns="61575" spcFirstLastPara="1" rIns="61575" wrap="square" tIns="307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2021  Cisco and/or its affiliates. All rights reserved.   Cisco Confidential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044">
          <p15:clr>
            <a:srgbClr val="FBAE40"/>
          </p15:clr>
        </p15:guide>
        <p15:guide id="2" orient="horz" pos="2193">
          <p15:clr>
            <a:srgbClr val="FBAE40"/>
          </p15:clr>
        </p15:guide>
        <p15:guide id="3" pos="2675">
          <p15:clr>
            <a:srgbClr val="FBAE40"/>
          </p15:clr>
        </p15:guide>
        <p15:guide id="4" pos="320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_Title only">
  <p:cSld name="Bullet_Title 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0"/>
          <p:cNvSpPr txBox="1"/>
          <p:nvPr>
            <p:ph type="title"/>
          </p:nvPr>
        </p:nvSpPr>
        <p:spPr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a_Half_Page_Headline&amp;Subtext (Dark)">
  <p:cSld name="6a_Half_Page_Headline&amp;Subtext (Dark)">
    <p:bg>
      <p:bgPr>
        <a:solidFill>
          <a:schemeClr val="dk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4"/>
          <p:cNvSpPr/>
          <p:nvPr/>
        </p:nvSpPr>
        <p:spPr>
          <a:xfrm>
            <a:off x="0" y="0"/>
            <a:ext cx="4580092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24"/>
          <p:cNvSpPr txBox="1"/>
          <p:nvPr>
            <p:ph type="title"/>
          </p:nvPr>
        </p:nvSpPr>
        <p:spPr>
          <a:xfrm>
            <a:off x="437766" y="570974"/>
            <a:ext cx="3808797" cy="18240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00" spcFirstLastPara="1" rIns="91400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4"/>
          <p:cNvSpPr/>
          <p:nvPr/>
        </p:nvSpPr>
        <p:spPr>
          <a:xfrm>
            <a:off x="436323" y="4790024"/>
            <a:ext cx="3568392" cy="154502"/>
          </a:xfrm>
          <a:prstGeom prst="rect">
            <a:avLst/>
          </a:prstGeom>
          <a:noFill/>
          <a:ln>
            <a:noFill/>
          </a:ln>
        </p:spPr>
        <p:txBody>
          <a:bodyPr anchorCtr="0" anchor="b" bIns="30775" lIns="61550" spcFirstLastPara="1" rIns="61550" wrap="square" tIns="307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© 2021  Cisco and/or its affiliates. All rights reserved.   Cisco Confidential</a:t>
            </a:r>
            <a:endParaRPr/>
          </a:p>
        </p:txBody>
      </p:sp>
      <p:sp>
        <p:nvSpPr>
          <p:cNvPr id="39" name="Google Shape;39;p124"/>
          <p:cNvSpPr txBox="1"/>
          <p:nvPr>
            <p:ph idx="1" type="body"/>
          </p:nvPr>
        </p:nvSpPr>
        <p:spPr>
          <a:xfrm>
            <a:off x="437766" y="2646485"/>
            <a:ext cx="3810992" cy="2057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8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85000"/>
              </a:lnSpc>
              <a:spcBef>
                <a:spcPts val="625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85000"/>
              </a:lnSpc>
              <a:spcBef>
                <a:spcPts val="625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85000"/>
              </a:lnSpc>
              <a:spcBef>
                <a:spcPts val="625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a_Third_Page_Headline&amp;Subtext (Dark)">
  <p:cSld name="10a_Third_Page_Headline&amp;Subtext (Dark)">
    <p:bg>
      <p:bgPr>
        <a:solidFill>
          <a:schemeClr val="accent3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5"/>
          <p:cNvSpPr/>
          <p:nvPr/>
        </p:nvSpPr>
        <p:spPr>
          <a:xfrm>
            <a:off x="1" y="0"/>
            <a:ext cx="3220064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25"/>
          <p:cNvSpPr txBox="1"/>
          <p:nvPr>
            <p:ph type="title"/>
          </p:nvPr>
        </p:nvSpPr>
        <p:spPr>
          <a:xfrm>
            <a:off x="437766" y="567131"/>
            <a:ext cx="2483696" cy="18240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00" spcFirstLastPara="1" rIns="91400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25"/>
          <p:cNvSpPr/>
          <p:nvPr/>
        </p:nvSpPr>
        <p:spPr>
          <a:xfrm>
            <a:off x="315268" y="4790024"/>
            <a:ext cx="3568392" cy="154502"/>
          </a:xfrm>
          <a:prstGeom prst="rect">
            <a:avLst/>
          </a:prstGeom>
          <a:noFill/>
          <a:ln>
            <a:noFill/>
          </a:ln>
        </p:spPr>
        <p:txBody>
          <a:bodyPr anchorCtr="0" anchor="b" bIns="30775" lIns="61550" spcFirstLastPara="1" rIns="61550" wrap="square" tIns="307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© 2021  Cisco and/or its affiliates. All rights reserved.   Cisco Confidential</a:t>
            </a:r>
            <a:endParaRPr/>
          </a:p>
        </p:txBody>
      </p:sp>
      <p:sp>
        <p:nvSpPr>
          <p:cNvPr id="44" name="Google Shape;44;p125"/>
          <p:cNvSpPr txBox="1"/>
          <p:nvPr>
            <p:ph idx="1" type="body"/>
          </p:nvPr>
        </p:nvSpPr>
        <p:spPr>
          <a:xfrm>
            <a:off x="437766" y="2646485"/>
            <a:ext cx="2485127" cy="2057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8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85000"/>
              </a:lnSpc>
              <a:spcBef>
                <a:spcPts val="625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85000"/>
              </a:lnSpc>
              <a:spcBef>
                <a:spcPts val="625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85000"/>
              </a:lnSpc>
              <a:spcBef>
                <a:spcPts val="625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gue">
  <p:cSld name="Segue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26"/>
          <p:cNvSpPr txBox="1"/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00" spcFirstLastPara="1" rIns="914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  <a:defRPr b="0" i="0" sz="4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Full bleed photo">
  <p:cSld name="1_Full bleed photo">
    <p:bg>
      <p:bgPr>
        <a:solidFill>
          <a:schemeClr val="accent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7"/>
          <p:cNvSpPr/>
          <p:nvPr/>
        </p:nvSpPr>
        <p:spPr>
          <a:xfrm>
            <a:off x="0" y="0"/>
            <a:ext cx="90932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27"/>
          <p:cNvSpPr/>
          <p:nvPr/>
        </p:nvSpPr>
        <p:spPr>
          <a:xfrm>
            <a:off x="477679" y="4741653"/>
            <a:ext cx="3466792" cy="154518"/>
          </a:xfrm>
          <a:prstGeom prst="rect">
            <a:avLst/>
          </a:prstGeom>
          <a:noFill/>
          <a:ln>
            <a:noFill/>
          </a:ln>
        </p:spPr>
        <p:txBody>
          <a:bodyPr anchorCtr="0" anchor="b" bIns="30775" lIns="61575" spcFirstLastPara="1" rIns="61575" wrap="square" tIns="307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2021  Cisco and/or its affiliates. All rights reserved.   Cisco Confidential</a:t>
            </a:r>
            <a:endParaRPr/>
          </a:p>
        </p:txBody>
      </p:sp>
      <p:sp>
        <p:nvSpPr>
          <p:cNvPr id="51" name="Google Shape;51;p127"/>
          <p:cNvSpPr/>
          <p:nvPr>
            <p:ph idx="2" type="pic"/>
          </p:nvPr>
        </p:nvSpPr>
        <p:spPr>
          <a:xfrm>
            <a:off x="308012" y="240631"/>
            <a:ext cx="8480388" cy="4266646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bleed photo" showMasterSp="0">
  <p:cSld name="Full bleed photo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3"/>
          <p:cNvSpPr/>
          <p:nvPr>
            <p:ph idx="2" type="pic"/>
          </p:nvPr>
        </p:nvSpPr>
        <p:spPr>
          <a:xfrm>
            <a:off x="0" y="0"/>
            <a:ext cx="9147348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>
  <p:cSld name="Blank Slid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Slide" showMasterSp="0">
  <p:cSld name="Closing Slide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1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18544" y="2208976"/>
            <a:ext cx="4706912" cy="725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solidFill>
          <a:schemeClr val="accen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6"/>
          <p:cNvSpPr txBox="1"/>
          <p:nvPr>
            <p:ph idx="1" type="subTitle"/>
          </p:nvPr>
        </p:nvSpPr>
        <p:spPr>
          <a:xfrm>
            <a:off x="469496" y="3856736"/>
            <a:ext cx="8296421" cy="2881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00" spcFirstLastPara="1" rIns="91400" wrap="square" tIns="45700">
            <a:noAutofit/>
          </a:bodyPr>
          <a:lstStyle>
            <a:lvl1pPr lvl="0" marR="0" rtl="0" algn="l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8B8B8B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8B8B8B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600"/>
              </a:spcBef>
              <a:spcAft>
                <a:spcPts val="0"/>
              </a:spcAft>
              <a:buClr>
                <a:srgbClr val="8B8B8B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600"/>
              </a:spcBef>
              <a:spcAft>
                <a:spcPts val="0"/>
              </a:spcAft>
              <a:buClr>
                <a:srgbClr val="8B8B8B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300"/>
              </a:spcBef>
              <a:spcAft>
                <a:spcPts val="0"/>
              </a:spcAft>
              <a:buClr>
                <a:srgbClr val="8B8B8B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300"/>
              </a:spcBef>
              <a:spcAft>
                <a:spcPts val="0"/>
              </a:spcAft>
              <a:buClr>
                <a:srgbClr val="8B8B8B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146"/>
          <p:cNvSpPr txBox="1"/>
          <p:nvPr>
            <p:ph idx="2" type="body"/>
          </p:nvPr>
        </p:nvSpPr>
        <p:spPr>
          <a:xfrm>
            <a:off x="469496" y="4072669"/>
            <a:ext cx="8296421" cy="288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>
            <a:lvl1pPr indent="-228600" lvl="0" marL="457200" marR="0" rtl="0" algn="l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146"/>
          <p:cNvSpPr txBox="1"/>
          <p:nvPr>
            <p:ph idx="3" type="body"/>
          </p:nvPr>
        </p:nvSpPr>
        <p:spPr>
          <a:xfrm>
            <a:off x="469496" y="4348762"/>
            <a:ext cx="8296421" cy="288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>
            <a:lvl1pPr indent="-228600" lvl="0" marL="457200" marR="0" rtl="0" algn="l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146"/>
          <p:cNvSpPr txBox="1"/>
          <p:nvPr>
            <p:ph idx="4" type="body"/>
          </p:nvPr>
        </p:nvSpPr>
        <p:spPr>
          <a:xfrm>
            <a:off x="463292" y="3043653"/>
            <a:ext cx="8302625" cy="299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>
            <a:lvl1pPr indent="-228600" lvl="0" marL="457200" marR="0" rtl="0" algn="l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1980"/>
              <a:buFont typeface="Arial"/>
              <a:buNone/>
              <a:defRPr b="0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146"/>
          <p:cNvSpPr txBox="1"/>
          <p:nvPr>
            <p:ph type="ctrTitle"/>
          </p:nvPr>
        </p:nvSpPr>
        <p:spPr>
          <a:xfrm>
            <a:off x="425765" y="2472167"/>
            <a:ext cx="8340152" cy="6447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00" spcFirstLastPara="1" rIns="914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b="0" i="0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4" name="Google Shape;64;p1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3292" y="383813"/>
            <a:ext cx="2741735" cy="42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gue_White">
  <p:cSld name="1_Segue_White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47"/>
          <p:cNvSpPr txBox="1"/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00" spcFirstLastPara="1" rIns="914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  <a:defRPr b="0" i="0" sz="4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Slide">
  <p:cSld name="Quote Slide">
    <p:bg>
      <p:bgPr>
        <a:solidFill>
          <a:schemeClr val="accent5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48"/>
          <p:cNvSpPr txBox="1"/>
          <p:nvPr>
            <p:ph idx="1" type="body"/>
          </p:nvPr>
        </p:nvSpPr>
        <p:spPr>
          <a:xfrm>
            <a:off x="468313" y="3916058"/>
            <a:ext cx="7791858" cy="3493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00" spcFirstLastPara="1" rIns="91400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980"/>
              <a:buFont typeface="Arial"/>
              <a:buNone/>
              <a:defRPr b="0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" name="Google Shape;71;p148"/>
          <p:cNvSpPr txBox="1"/>
          <p:nvPr>
            <p:ph type="ctrTitle"/>
          </p:nvPr>
        </p:nvSpPr>
        <p:spPr>
          <a:xfrm>
            <a:off x="287923" y="1540551"/>
            <a:ext cx="7972248" cy="2278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1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Quote Slide">
  <p:cSld name="1_Quote Slide">
    <p:bg>
      <p:bgPr>
        <a:solidFill>
          <a:schemeClr val="accent5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49"/>
          <p:cNvSpPr txBox="1"/>
          <p:nvPr>
            <p:ph idx="1" type="body"/>
          </p:nvPr>
        </p:nvSpPr>
        <p:spPr>
          <a:xfrm>
            <a:off x="468313" y="3916058"/>
            <a:ext cx="7791858" cy="3493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00" spcFirstLastPara="1" rIns="91400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980"/>
              <a:buFont typeface="Arial"/>
              <a:buNone/>
              <a:defRPr b="0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Google Shape;75;p149"/>
          <p:cNvSpPr txBox="1"/>
          <p:nvPr>
            <p:ph type="ctrTitle"/>
          </p:nvPr>
        </p:nvSpPr>
        <p:spPr>
          <a:xfrm>
            <a:off x="287923" y="1540551"/>
            <a:ext cx="7972248" cy="2278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1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Bleed Photo With Text" showMasterSp="0">
  <p:cSld name="Full Bleed Photo With 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150"/>
          <p:cNvSpPr txBox="1"/>
          <p:nvPr>
            <p:ph idx="1" type="body"/>
          </p:nvPr>
        </p:nvSpPr>
        <p:spPr>
          <a:xfrm>
            <a:off x="500063" y="3911435"/>
            <a:ext cx="8139112" cy="525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spAutoFit/>
          </a:bodyPr>
          <a:lstStyle>
            <a:lvl1pPr indent="-228600" lvl="0" marL="457200" marR="0" rtl="0" algn="ctr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alf Page Photo With Text">
  <p:cSld name="Half Page Photo With Text">
    <p:bg>
      <p:bgPr>
        <a:solidFill>
          <a:schemeClr val="lt2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1"/>
          <p:cNvSpPr/>
          <p:nvPr>
            <p:ph idx="2" type="pic"/>
          </p:nvPr>
        </p:nvSpPr>
        <p:spPr>
          <a:xfrm>
            <a:off x="0" y="1"/>
            <a:ext cx="9301163" cy="2843212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81" name="Google Shape;81;p151"/>
          <p:cNvSpPr txBox="1"/>
          <p:nvPr>
            <p:ph idx="1" type="body"/>
          </p:nvPr>
        </p:nvSpPr>
        <p:spPr>
          <a:xfrm>
            <a:off x="448785" y="3054518"/>
            <a:ext cx="8364236" cy="5642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288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">
  <p:cSld name="Bulle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2"/>
          <p:cNvSpPr txBox="1"/>
          <p:nvPr>
            <p:ph idx="1" type="body"/>
          </p:nvPr>
        </p:nvSpPr>
        <p:spPr>
          <a:xfrm>
            <a:off x="462301" y="1201738"/>
            <a:ext cx="8277344" cy="3389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>
            <a:lvl1pPr indent="-330200" lvl="0" marL="457200" marR="0" rtl="0" algn="l">
              <a:lnSpc>
                <a:spcPct val="95000"/>
              </a:lnSpc>
              <a:spcBef>
                <a:spcPts val="111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0040" lvl="1" marL="914400" marR="0" rtl="0" algn="l">
              <a:lnSpc>
                <a:spcPct val="95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988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28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9719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12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956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96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4" name="Google Shape;84;p152"/>
          <p:cNvSpPr txBox="1"/>
          <p:nvPr>
            <p:ph type="title"/>
          </p:nvPr>
        </p:nvSpPr>
        <p:spPr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_Heavy Text">
  <p:cSld name="Bullet_Heavy 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3"/>
          <p:cNvSpPr txBox="1"/>
          <p:nvPr>
            <p:ph idx="1" type="body"/>
          </p:nvPr>
        </p:nvSpPr>
        <p:spPr>
          <a:xfrm>
            <a:off x="533399" y="1205898"/>
            <a:ext cx="3886200" cy="30830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04800" lvl="0" marL="457200" marR="0" rtl="0" algn="l">
              <a:lnSpc>
                <a:spcPct val="95000"/>
              </a:lnSpc>
              <a:spcBef>
                <a:spcPts val="111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7180" lvl="1" marL="914400" marR="0" rtl="0" algn="l">
              <a:lnSpc>
                <a:spcPct val="95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8956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96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81939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84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432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72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Google Shape;87;p153"/>
          <p:cNvSpPr txBox="1"/>
          <p:nvPr>
            <p:ph idx="2" type="body"/>
          </p:nvPr>
        </p:nvSpPr>
        <p:spPr>
          <a:xfrm>
            <a:off x="4755866" y="1205898"/>
            <a:ext cx="3886200" cy="30830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04800" lvl="0" marL="457200" marR="0" rtl="0" algn="l">
              <a:lnSpc>
                <a:spcPct val="95000"/>
              </a:lnSpc>
              <a:spcBef>
                <a:spcPts val="111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7180" lvl="1" marL="914400" marR="0" rtl="0" algn="l">
              <a:lnSpc>
                <a:spcPct val="95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8956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96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81939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84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432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72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153"/>
          <p:cNvSpPr txBox="1"/>
          <p:nvPr>
            <p:ph type="title"/>
          </p:nvPr>
        </p:nvSpPr>
        <p:spPr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Table">
  <p:cSld name="1_Title and Table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4"/>
          <p:cNvSpPr/>
          <p:nvPr>
            <p:ph idx="2" type="tbl"/>
          </p:nvPr>
        </p:nvSpPr>
        <p:spPr>
          <a:xfrm>
            <a:off x="533400" y="1347788"/>
            <a:ext cx="8115300" cy="2658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1" name="Google Shape;91;p154"/>
          <p:cNvSpPr txBox="1"/>
          <p:nvPr>
            <p:ph idx="1" type="body"/>
          </p:nvPr>
        </p:nvSpPr>
        <p:spPr>
          <a:xfrm>
            <a:off x="437767" y="4148220"/>
            <a:ext cx="7180312" cy="3262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00" spcFirstLastPara="1" rIns="91400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2" name="Google Shape;92;p154"/>
          <p:cNvSpPr txBox="1"/>
          <p:nvPr>
            <p:ph type="title"/>
          </p:nvPr>
        </p:nvSpPr>
        <p:spPr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Title and Char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5"/>
          <p:cNvSpPr/>
          <p:nvPr>
            <p:ph idx="2" type="chart"/>
          </p:nvPr>
        </p:nvSpPr>
        <p:spPr>
          <a:xfrm>
            <a:off x="533400" y="1201738"/>
            <a:ext cx="8115300" cy="280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>
            <a:lvl1pPr lvl="0" marR="0" rtl="0" algn="ctr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" name="Google Shape;95;p155"/>
          <p:cNvSpPr txBox="1"/>
          <p:nvPr>
            <p:ph idx="1" type="body"/>
          </p:nvPr>
        </p:nvSpPr>
        <p:spPr>
          <a:xfrm>
            <a:off x="437767" y="4148220"/>
            <a:ext cx="7180312" cy="3262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00" spcFirstLastPara="1" rIns="91400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6" name="Google Shape;96;p155"/>
          <p:cNvSpPr txBox="1"/>
          <p:nvPr>
            <p:ph type="title"/>
          </p:nvPr>
        </p:nvSpPr>
        <p:spPr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ulti_Slide">
  <p:cSld name="Multi_Slide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6"/>
          <p:cNvSpPr txBox="1"/>
          <p:nvPr>
            <p:ph idx="1" type="body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9" name="Google Shape;99;p156"/>
          <p:cNvSpPr txBox="1"/>
          <p:nvPr>
            <p:ph type="title"/>
          </p:nvPr>
        </p:nvSpPr>
        <p:spPr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Half_Page_Blank">
  <p:cSld name="1_Half_Page_Blank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7"/>
          <p:cNvSpPr/>
          <p:nvPr/>
        </p:nvSpPr>
        <p:spPr>
          <a:xfrm>
            <a:off x="-8092" y="0"/>
            <a:ext cx="4580092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57"/>
          <p:cNvSpPr txBox="1"/>
          <p:nvPr>
            <p:ph idx="1" type="body"/>
          </p:nvPr>
        </p:nvSpPr>
        <p:spPr>
          <a:xfrm>
            <a:off x="462301" y="1665182"/>
            <a:ext cx="3662024" cy="29258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>
            <a:lvl1pPr indent="-304800" lvl="0" marL="457200" marR="0" rtl="0" algn="l">
              <a:lnSpc>
                <a:spcPct val="95000"/>
              </a:lnSpc>
              <a:spcBef>
                <a:spcPts val="111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7180" lvl="1" marL="914400" marR="0" rtl="0" algn="l">
              <a:lnSpc>
                <a:spcPct val="95000"/>
              </a:lnSpc>
              <a:spcBef>
                <a:spcPts val="450"/>
              </a:spcBef>
              <a:spcAft>
                <a:spcPts val="0"/>
              </a:spcAft>
              <a:buClr>
                <a:schemeClr val="dk2"/>
              </a:buClr>
              <a:buSzPts val="108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8956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2"/>
              </a:buClr>
              <a:buSzPts val="96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81939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2"/>
              </a:buClr>
              <a:buSzPts val="84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432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2"/>
              </a:buClr>
              <a:buSzPts val="72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3" name="Google Shape;103;p157"/>
          <p:cNvSpPr txBox="1"/>
          <p:nvPr>
            <p:ph type="title"/>
          </p:nvPr>
        </p:nvSpPr>
        <p:spPr>
          <a:xfrm>
            <a:off x="437766" y="341313"/>
            <a:ext cx="3686559" cy="731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lt1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57"/>
          <p:cNvSpPr/>
          <p:nvPr/>
        </p:nvSpPr>
        <p:spPr>
          <a:xfrm>
            <a:off x="477679" y="4741653"/>
            <a:ext cx="3568392" cy="154518"/>
          </a:xfrm>
          <a:prstGeom prst="rect">
            <a:avLst/>
          </a:prstGeom>
          <a:noFill/>
          <a:ln>
            <a:noFill/>
          </a:ln>
        </p:spPr>
        <p:txBody>
          <a:bodyPr anchorCtr="0" anchor="b" bIns="30775" lIns="61575" spcFirstLastPara="1" rIns="61575" wrap="square" tIns="307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2021  Cisco and/or its affiliates. All rights reserved.   Cisco Confidential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FBAE40"/>
          </p15:clr>
        </p15:guide>
        <p15:guide id="2" pos="2598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Half_Page_Text">
  <p:cSld name="2_Half_Page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8"/>
          <p:cNvSpPr/>
          <p:nvPr/>
        </p:nvSpPr>
        <p:spPr>
          <a:xfrm>
            <a:off x="0" y="0"/>
            <a:ext cx="4580092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58"/>
          <p:cNvSpPr txBox="1"/>
          <p:nvPr>
            <p:ph type="title"/>
          </p:nvPr>
        </p:nvSpPr>
        <p:spPr>
          <a:xfrm>
            <a:off x="419100" y="1657350"/>
            <a:ext cx="3827463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58"/>
          <p:cNvSpPr txBox="1"/>
          <p:nvPr>
            <p:ph idx="1" type="body"/>
          </p:nvPr>
        </p:nvSpPr>
        <p:spPr>
          <a:xfrm>
            <a:off x="5097463" y="531812"/>
            <a:ext cx="3551237" cy="40592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-320040" lvl="0" marL="457200" marR="0" rtl="0" algn="l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>
                <a:schemeClr val="dk1"/>
              </a:buClr>
              <a:buSzPts val="144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004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7180" lvl="3" marL="1828800" marR="0" rtl="0" algn="l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08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7179" lvl="4" marL="2286000" marR="0" rtl="0" algn="l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08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9" name="Google Shape;109;p158"/>
          <p:cNvSpPr/>
          <p:nvPr/>
        </p:nvSpPr>
        <p:spPr>
          <a:xfrm>
            <a:off x="477679" y="4741653"/>
            <a:ext cx="3466792" cy="154518"/>
          </a:xfrm>
          <a:prstGeom prst="rect">
            <a:avLst/>
          </a:prstGeom>
          <a:noFill/>
          <a:ln>
            <a:noFill/>
          </a:ln>
        </p:spPr>
        <p:txBody>
          <a:bodyPr anchorCtr="0" anchor="b" bIns="30775" lIns="61575" spcFirstLastPara="1" rIns="61575" wrap="square" tIns="307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2021  Cisco and/or its affiliates. All rights reserved.   Cisco Confidential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044">
          <p15:clr>
            <a:srgbClr val="FBAE40"/>
          </p15:clr>
        </p15:guide>
        <p15:guide id="2" pos="264">
          <p15:clr>
            <a:srgbClr val="FBAE40"/>
          </p15:clr>
        </p15:guide>
        <p15:guide id="3" orient="horz" pos="2196">
          <p15:clr>
            <a:srgbClr val="FBAE40"/>
          </p15:clr>
        </p15:guide>
        <p15:guide id="4" pos="2675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Half_Page_Text_2 column">
  <p:cSld name="3_Half_Page_Text_2 column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9"/>
          <p:cNvSpPr/>
          <p:nvPr/>
        </p:nvSpPr>
        <p:spPr>
          <a:xfrm>
            <a:off x="0" y="0"/>
            <a:ext cx="4580092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59"/>
          <p:cNvSpPr txBox="1"/>
          <p:nvPr>
            <p:ph type="title"/>
          </p:nvPr>
        </p:nvSpPr>
        <p:spPr>
          <a:xfrm>
            <a:off x="437766" y="510540"/>
            <a:ext cx="3808797" cy="655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59"/>
          <p:cNvSpPr txBox="1"/>
          <p:nvPr>
            <p:ph idx="1" type="body"/>
          </p:nvPr>
        </p:nvSpPr>
        <p:spPr>
          <a:xfrm>
            <a:off x="5097463" y="510540"/>
            <a:ext cx="3551237" cy="4080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7180" lvl="2" marL="1371600" marR="0" rtl="0" algn="l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08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89560" lvl="3" marL="1828800" marR="0" rtl="0" algn="l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96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9560" lvl="4" marL="2286000" marR="0" rtl="0" algn="l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96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4" name="Google Shape;114;p159"/>
          <p:cNvSpPr txBox="1"/>
          <p:nvPr>
            <p:ph idx="2" type="body"/>
          </p:nvPr>
        </p:nvSpPr>
        <p:spPr>
          <a:xfrm>
            <a:off x="437766" y="1659842"/>
            <a:ext cx="3808797" cy="29312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4800" lvl="0" marL="457200" marR="0" rtl="0" algn="l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718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2"/>
              </a:buClr>
              <a:buSzPts val="108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8956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2"/>
              </a:buClr>
              <a:buSzPts val="96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956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2"/>
              </a:buClr>
              <a:buSzPts val="96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5" name="Google Shape;115;p159"/>
          <p:cNvSpPr/>
          <p:nvPr/>
        </p:nvSpPr>
        <p:spPr>
          <a:xfrm>
            <a:off x="477678" y="4741653"/>
            <a:ext cx="3359215" cy="154518"/>
          </a:xfrm>
          <a:prstGeom prst="rect">
            <a:avLst/>
          </a:prstGeom>
          <a:noFill/>
          <a:ln>
            <a:noFill/>
          </a:ln>
        </p:spPr>
        <p:txBody>
          <a:bodyPr anchorCtr="0" anchor="b" bIns="30775" lIns="61575" spcFirstLastPara="1" rIns="61575" wrap="square" tIns="307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2021  Cisco and/or its affiliates. All rights reserved.   Cisco Confidential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675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Half_Page_Picture_Caption">
  <p:cSld name="4_Half_Page_Picture_Caption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0"/>
          <p:cNvSpPr/>
          <p:nvPr/>
        </p:nvSpPr>
        <p:spPr>
          <a:xfrm>
            <a:off x="0" y="0"/>
            <a:ext cx="4580092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60"/>
          <p:cNvSpPr txBox="1"/>
          <p:nvPr>
            <p:ph type="title"/>
          </p:nvPr>
        </p:nvSpPr>
        <p:spPr>
          <a:xfrm>
            <a:off x="437766" y="1659731"/>
            <a:ext cx="3808797" cy="1824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60"/>
          <p:cNvSpPr/>
          <p:nvPr>
            <p:ph idx="2" type="pic"/>
          </p:nvPr>
        </p:nvSpPr>
        <p:spPr>
          <a:xfrm>
            <a:off x="5089525" y="531813"/>
            <a:ext cx="3559175" cy="3364846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160"/>
          <p:cNvSpPr txBox="1"/>
          <p:nvPr>
            <p:ph idx="1" type="body"/>
          </p:nvPr>
        </p:nvSpPr>
        <p:spPr>
          <a:xfrm>
            <a:off x="5089525" y="4062350"/>
            <a:ext cx="3559175" cy="525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126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1" name="Google Shape;121;p160"/>
          <p:cNvSpPr/>
          <p:nvPr/>
        </p:nvSpPr>
        <p:spPr>
          <a:xfrm>
            <a:off x="477679" y="4741653"/>
            <a:ext cx="2863168" cy="154518"/>
          </a:xfrm>
          <a:prstGeom prst="rect">
            <a:avLst/>
          </a:prstGeom>
          <a:noFill/>
          <a:ln>
            <a:noFill/>
          </a:ln>
        </p:spPr>
        <p:txBody>
          <a:bodyPr anchorCtr="0" anchor="b" bIns="30775" lIns="61575" spcFirstLastPara="1" rIns="61575" wrap="square" tIns="307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2021  Cisco and/or its affiliates. All rights reserved.   Cisco Confidential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044">
          <p15:clr>
            <a:srgbClr val="FBAE40"/>
          </p15:clr>
        </p15:guide>
        <p15:guide id="2" pos="264">
          <p15:clr>
            <a:srgbClr val="FBAE40"/>
          </p15:clr>
        </p15:guide>
        <p15:guide id="3" orient="horz" pos="2193">
          <p15:clr>
            <a:srgbClr val="FBAE40"/>
          </p15:clr>
        </p15:guide>
        <p15:guide id="4" pos="2675">
          <p15:clr>
            <a:srgbClr val="FBAE40"/>
          </p15:clr>
        </p15:guide>
        <p15:guide id="5" pos="3206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Half_Page_Picture">
  <p:cSld name="5_Half_Page_Picture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1"/>
          <p:cNvSpPr/>
          <p:nvPr/>
        </p:nvSpPr>
        <p:spPr>
          <a:xfrm>
            <a:off x="0" y="0"/>
            <a:ext cx="4580092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61"/>
          <p:cNvSpPr txBox="1"/>
          <p:nvPr>
            <p:ph type="title"/>
          </p:nvPr>
        </p:nvSpPr>
        <p:spPr>
          <a:xfrm>
            <a:off x="437766" y="1655763"/>
            <a:ext cx="3808797" cy="1824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61"/>
          <p:cNvSpPr/>
          <p:nvPr>
            <p:ph idx="2" type="pic"/>
          </p:nvPr>
        </p:nvSpPr>
        <p:spPr>
          <a:xfrm>
            <a:off x="5089525" y="531813"/>
            <a:ext cx="3559175" cy="4059236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161"/>
          <p:cNvSpPr/>
          <p:nvPr/>
        </p:nvSpPr>
        <p:spPr>
          <a:xfrm>
            <a:off x="477679" y="4741653"/>
            <a:ext cx="3263592" cy="154518"/>
          </a:xfrm>
          <a:prstGeom prst="rect">
            <a:avLst/>
          </a:prstGeom>
          <a:noFill/>
          <a:ln>
            <a:noFill/>
          </a:ln>
        </p:spPr>
        <p:txBody>
          <a:bodyPr anchorCtr="0" anchor="b" bIns="30775" lIns="61575" spcFirstLastPara="1" rIns="61575" wrap="square" tIns="307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2021  Cisco and/or its affiliates. All rights reserved.   Cisco Confidential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044">
          <p15:clr>
            <a:srgbClr val="FBAE40"/>
          </p15:clr>
        </p15:guide>
        <p15:guide id="2" pos="264">
          <p15:clr>
            <a:srgbClr val="FBAE40"/>
          </p15:clr>
        </p15:guide>
        <p15:guide id="3" orient="horz" pos="2193">
          <p15:clr>
            <a:srgbClr val="FBAE40"/>
          </p15:clr>
        </p15:guide>
        <p15:guide id="4" pos="2675">
          <p15:clr>
            <a:srgbClr val="FBAE40"/>
          </p15:clr>
        </p15:guide>
        <p15:guide id="5" pos="3206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Half_Page_Picture_Full">
  <p:cSld name="7_Half_Page_Picture_Full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2"/>
          <p:cNvSpPr/>
          <p:nvPr/>
        </p:nvSpPr>
        <p:spPr>
          <a:xfrm>
            <a:off x="0" y="0"/>
            <a:ext cx="4580092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62"/>
          <p:cNvSpPr txBox="1"/>
          <p:nvPr>
            <p:ph type="title"/>
          </p:nvPr>
        </p:nvSpPr>
        <p:spPr>
          <a:xfrm>
            <a:off x="437766" y="1659731"/>
            <a:ext cx="3808797" cy="1824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62"/>
          <p:cNvSpPr/>
          <p:nvPr>
            <p:ph idx="2" type="pic"/>
          </p:nvPr>
        </p:nvSpPr>
        <p:spPr>
          <a:xfrm>
            <a:off x="4580092" y="0"/>
            <a:ext cx="4563907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" name="Google Shape;131;p162"/>
          <p:cNvSpPr/>
          <p:nvPr/>
        </p:nvSpPr>
        <p:spPr>
          <a:xfrm>
            <a:off x="477679" y="4741653"/>
            <a:ext cx="3299450" cy="154518"/>
          </a:xfrm>
          <a:prstGeom prst="rect">
            <a:avLst/>
          </a:prstGeom>
          <a:noFill/>
          <a:ln>
            <a:noFill/>
          </a:ln>
        </p:spPr>
        <p:txBody>
          <a:bodyPr anchorCtr="0" anchor="b" bIns="30775" lIns="61575" spcFirstLastPara="1" rIns="61575" wrap="square" tIns="307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2021  Cisco and/or its affiliates. All rights reserved.   Cisco Confidential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044">
          <p15:clr>
            <a:srgbClr val="FBAE40"/>
          </p15:clr>
        </p15:guide>
        <p15:guide id="2" orient="horz" pos="2193">
          <p15:clr>
            <a:srgbClr val="FBAE40"/>
          </p15:clr>
        </p15:guide>
        <p15:guide id="3" pos="2675">
          <p15:clr>
            <a:srgbClr val="FBAE40"/>
          </p15:clr>
        </p15:guide>
        <p15:guide id="4" pos="3206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Half_Page_Chart">
  <p:cSld name="8_Half_Page_Chart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63"/>
          <p:cNvSpPr/>
          <p:nvPr/>
        </p:nvSpPr>
        <p:spPr>
          <a:xfrm>
            <a:off x="0" y="0"/>
            <a:ext cx="4580092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63"/>
          <p:cNvSpPr txBox="1"/>
          <p:nvPr>
            <p:ph type="title"/>
          </p:nvPr>
        </p:nvSpPr>
        <p:spPr>
          <a:xfrm>
            <a:off x="437766" y="1659731"/>
            <a:ext cx="3808797" cy="1824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63"/>
          <p:cNvSpPr/>
          <p:nvPr>
            <p:ph idx="2" type="chart"/>
          </p:nvPr>
        </p:nvSpPr>
        <p:spPr>
          <a:xfrm>
            <a:off x="5089525" y="503238"/>
            <a:ext cx="3559175" cy="4087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135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6" name="Google Shape;136;p163"/>
          <p:cNvSpPr/>
          <p:nvPr/>
        </p:nvSpPr>
        <p:spPr>
          <a:xfrm>
            <a:off x="477678" y="4741653"/>
            <a:ext cx="3179921" cy="154518"/>
          </a:xfrm>
          <a:prstGeom prst="rect">
            <a:avLst/>
          </a:prstGeom>
          <a:noFill/>
          <a:ln>
            <a:noFill/>
          </a:ln>
        </p:spPr>
        <p:txBody>
          <a:bodyPr anchorCtr="0" anchor="b" bIns="30775" lIns="61575" spcFirstLastPara="1" rIns="61575" wrap="square" tIns="307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2021  Cisco and/or its affiliates. All rights reserved.   Cisco Confidential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96">
          <p15:clr>
            <a:srgbClr val="FBAE40"/>
          </p15:clr>
        </p15:guide>
        <p15:guide id="2" pos="2675">
          <p15:clr>
            <a:srgbClr val="FBAE40"/>
          </p15:clr>
        </p15:guide>
        <p15:guide id="3" pos="3206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Half_Page_Table">
  <p:cSld name="9_Half_Page_Table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64"/>
          <p:cNvSpPr/>
          <p:nvPr/>
        </p:nvSpPr>
        <p:spPr>
          <a:xfrm>
            <a:off x="0" y="0"/>
            <a:ext cx="4580092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64"/>
          <p:cNvSpPr txBox="1"/>
          <p:nvPr>
            <p:ph type="title"/>
          </p:nvPr>
        </p:nvSpPr>
        <p:spPr>
          <a:xfrm>
            <a:off x="437766" y="1659731"/>
            <a:ext cx="3808797" cy="1824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164"/>
          <p:cNvSpPr/>
          <p:nvPr>
            <p:ph idx="2" type="tbl"/>
          </p:nvPr>
        </p:nvSpPr>
        <p:spPr>
          <a:xfrm>
            <a:off x="5089525" y="503238"/>
            <a:ext cx="3559175" cy="4087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1" name="Google Shape;141;p164"/>
          <p:cNvSpPr/>
          <p:nvPr/>
        </p:nvSpPr>
        <p:spPr>
          <a:xfrm>
            <a:off x="477678" y="4741653"/>
            <a:ext cx="3407027" cy="154518"/>
          </a:xfrm>
          <a:prstGeom prst="rect">
            <a:avLst/>
          </a:prstGeom>
          <a:noFill/>
          <a:ln>
            <a:noFill/>
          </a:ln>
        </p:spPr>
        <p:txBody>
          <a:bodyPr anchorCtr="0" anchor="b" bIns="30775" lIns="61575" spcFirstLastPara="1" rIns="61575" wrap="square" tIns="307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2021  Cisco and/or its affiliates. All rights reserved.   Cisco Confidential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044">
          <p15:clr>
            <a:srgbClr val="FBAE40"/>
          </p15:clr>
        </p15:guide>
        <p15:guide id="2" orient="horz" pos="2196">
          <p15:clr>
            <a:srgbClr val="FBAE40"/>
          </p15:clr>
        </p15:guide>
        <p15:guide id="3" pos="2675">
          <p15:clr>
            <a:srgbClr val="FBAE40"/>
          </p15:clr>
        </p15:guide>
        <p15:guide id="4" pos="3206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_Title only">
  <p:cSld name="Bullet_Title only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7"/>
          <p:cNvSpPr txBox="1"/>
          <p:nvPr>
            <p:ph type="title"/>
          </p:nvPr>
        </p:nvSpPr>
        <p:spPr>
          <a:xfrm>
            <a:off x="437766" y="341314"/>
            <a:ext cx="8345488" cy="731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799">
                <a:solidFill>
                  <a:schemeClr val="lt1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solidFill>
          <a:schemeClr val="accent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37"/>
          <p:cNvSpPr txBox="1"/>
          <p:nvPr>
            <p:ph idx="1" type="subTitle"/>
          </p:nvPr>
        </p:nvSpPr>
        <p:spPr>
          <a:xfrm>
            <a:off x="469496" y="3856737"/>
            <a:ext cx="8296421" cy="2881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00" spcFirstLastPara="1" rIns="91400" wrap="square" tIns="45700">
            <a:noAutofit/>
          </a:bodyPr>
          <a:lstStyle>
            <a:lvl1pPr lvl="0" marR="0" rtl="0" algn="l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1619"/>
              <a:buFont typeface="Arial"/>
              <a:buNone/>
              <a:defRPr b="0" i="0" sz="1799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8B8B8B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8B8B8B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600"/>
              </a:spcBef>
              <a:spcAft>
                <a:spcPts val="0"/>
              </a:spcAft>
              <a:buClr>
                <a:srgbClr val="8B8B8B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600"/>
              </a:spcBef>
              <a:spcAft>
                <a:spcPts val="0"/>
              </a:spcAft>
              <a:buClr>
                <a:srgbClr val="8B8B8B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300"/>
              </a:spcBef>
              <a:spcAft>
                <a:spcPts val="0"/>
              </a:spcAft>
              <a:buClr>
                <a:srgbClr val="8B8B8B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300"/>
              </a:spcBef>
              <a:spcAft>
                <a:spcPts val="0"/>
              </a:spcAft>
              <a:buClr>
                <a:srgbClr val="8B8B8B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0" name="Google Shape;150;p337"/>
          <p:cNvSpPr txBox="1"/>
          <p:nvPr>
            <p:ph idx="2" type="body"/>
          </p:nvPr>
        </p:nvSpPr>
        <p:spPr>
          <a:xfrm>
            <a:off x="469496" y="4072670"/>
            <a:ext cx="8296421" cy="288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>
            <a:lvl1pPr indent="-228600" lvl="0" marL="457200" marR="0" rtl="0" algn="l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1619"/>
              <a:buFont typeface="Arial"/>
              <a:buNone/>
              <a:defRPr b="0" i="0" sz="1799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1" name="Google Shape;151;p337"/>
          <p:cNvSpPr txBox="1"/>
          <p:nvPr>
            <p:ph idx="3" type="body"/>
          </p:nvPr>
        </p:nvSpPr>
        <p:spPr>
          <a:xfrm>
            <a:off x="469496" y="4348763"/>
            <a:ext cx="8296421" cy="288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>
            <a:lvl1pPr indent="-228600" lvl="0" marL="457200" marR="0" rtl="0" algn="l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1619"/>
              <a:buFont typeface="Arial"/>
              <a:buNone/>
              <a:defRPr b="0" i="0" sz="1799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2" name="Google Shape;152;p337"/>
          <p:cNvSpPr txBox="1"/>
          <p:nvPr>
            <p:ph idx="4" type="body"/>
          </p:nvPr>
        </p:nvSpPr>
        <p:spPr>
          <a:xfrm>
            <a:off x="463292" y="3043654"/>
            <a:ext cx="8302625" cy="299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>
            <a:lvl1pPr indent="-228600" lvl="0" marL="457200" marR="0" rtl="0" algn="l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1980"/>
              <a:buFont typeface="Arial"/>
              <a:buNone/>
              <a:defRPr b="0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3" name="Google Shape;153;p337"/>
          <p:cNvSpPr txBox="1"/>
          <p:nvPr>
            <p:ph type="ctrTitle"/>
          </p:nvPr>
        </p:nvSpPr>
        <p:spPr>
          <a:xfrm>
            <a:off x="425766" y="2472167"/>
            <a:ext cx="8340152" cy="6447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00" spcFirstLastPara="1" rIns="914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99"/>
              <a:buFont typeface="Arial"/>
              <a:buNone/>
              <a:defRPr b="0" i="0" sz="399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4" name="Google Shape;154;p3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3292" y="396692"/>
            <a:ext cx="2833324" cy="4367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gue">
  <p:cSld name="Segue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3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338"/>
          <p:cNvSpPr txBox="1"/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00" spcFirstLastPara="1" rIns="914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99"/>
              <a:buFont typeface="Arial"/>
              <a:buNone/>
              <a:defRPr b="0" i="0" sz="459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gue_White">
  <p:cSld name="1_Segue_White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3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39"/>
          <p:cNvSpPr txBox="1"/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00" spcFirstLastPara="1" rIns="914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99"/>
              <a:buFont typeface="Arial"/>
              <a:buNone/>
              <a:defRPr b="0" i="0" sz="459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Slide">
  <p:cSld name="Quote Slide">
    <p:bg>
      <p:bgPr>
        <a:solidFill>
          <a:schemeClr val="accent5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4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340"/>
          <p:cNvSpPr txBox="1"/>
          <p:nvPr>
            <p:ph idx="1" type="body"/>
          </p:nvPr>
        </p:nvSpPr>
        <p:spPr>
          <a:xfrm>
            <a:off x="468313" y="3916058"/>
            <a:ext cx="7791858" cy="3493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00" spcFirstLastPara="1" rIns="91400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980"/>
              <a:buFont typeface="Arial"/>
              <a:buNone/>
              <a:defRPr b="0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4" name="Google Shape;164;p340"/>
          <p:cNvSpPr txBox="1"/>
          <p:nvPr>
            <p:ph type="ctrTitle"/>
          </p:nvPr>
        </p:nvSpPr>
        <p:spPr>
          <a:xfrm>
            <a:off x="287923" y="1540552"/>
            <a:ext cx="7972248" cy="2278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1" sz="399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Quote Slide">
  <p:cSld name="1_Quote Slide">
    <p:bg>
      <p:bgPr>
        <a:solidFill>
          <a:schemeClr val="accent5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4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341"/>
          <p:cNvSpPr txBox="1"/>
          <p:nvPr>
            <p:ph idx="1" type="body"/>
          </p:nvPr>
        </p:nvSpPr>
        <p:spPr>
          <a:xfrm>
            <a:off x="468313" y="3916058"/>
            <a:ext cx="7791858" cy="3493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00" spcFirstLastPara="1" rIns="91400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980"/>
              <a:buFont typeface="Arial"/>
              <a:buNone/>
              <a:defRPr b="0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8" name="Google Shape;168;p341"/>
          <p:cNvSpPr txBox="1"/>
          <p:nvPr>
            <p:ph type="ctrTitle"/>
          </p:nvPr>
        </p:nvSpPr>
        <p:spPr>
          <a:xfrm>
            <a:off x="287923" y="1540552"/>
            <a:ext cx="7972248" cy="2278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1" sz="399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Bleed Photo With Text" showMasterSp="0">
  <p:cSld name="Full Bleed Photo With Text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42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342"/>
          <p:cNvSpPr txBox="1"/>
          <p:nvPr>
            <p:ph idx="1" type="body"/>
          </p:nvPr>
        </p:nvSpPr>
        <p:spPr>
          <a:xfrm>
            <a:off x="500063" y="3907107"/>
            <a:ext cx="8139112" cy="533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spAutoFit/>
          </a:bodyPr>
          <a:lstStyle>
            <a:lvl1pPr indent="-228600" lvl="0" marL="457200" marR="0" rtl="0" algn="ctr">
              <a:lnSpc>
                <a:spcPct val="120883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59"/>
              <a:buFont typeface="Arial"/>
              <a:buNone/>
              <a:defRPr b="0" i="0" sz="2399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alf Page Photo With Text">
  <p:cSld name="Half Page Photo With Text">
    <p:bg>
      <p:bgPr>
        <a:solidFill>
          <a:schemeClr val="lt2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43"/>
          <p:cNvSpPr/>
          <p:nvPr>
            <p:ph idx="2" type="pic"/>
          </p:nvPr>
        </p:nvSpPr>
        <p:spPr>
          <a:xfrm>
            <a:off x="1" y="2"/>
            <a:ext cx="9301163" cy="2843212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74" name="Google Shape;174;p343"/>
          <p:cNvSpPr txBox="1"/>
          <p:nvPr>
            <p:ph idx="1" type="body"/>
          </p:nvPr>
        </p:nvSpPr>
        <p:spPr>
          <a:xfrm>
            <a:off x="448785" y="3054519"/>
            <a:ext cx="8364236" cy="5601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288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bleed photo" showMasterSp="0">
  <p:cSld name="Full bleed photo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44"/>
          <p:cNvSpPr/>
          <p:nvPr>
            <p:ph idx="2" type="pic"/>
          </p:nvPr>
        </p:nvSpPr>
        <p:spPr>
          <a:xfrm>
            <a:off x="0" y="0"/>
            <a:ext cx="9147348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Full bleed photo">
  <p:cSld name="1_Full bleed photo">
    <p:bg>
      <p:bgPr>
        <a:solidFill>
          <a:schemeClr val="accen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45"/>
          <p:cNvSpPr/>
          <p:nvPr/>
        </p:nvSpPr>
        <p:spPr>
          <a:xfrm>
            <a:off x="0" y="0"/>
            <a:ext cx="90932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45"/>
          <p:cNvSpPr/>
          <p:nvPr/>
        </p:nvSpPr>
        <p:spPr>
          <a:xfrm>
            <a:off x="477679" y="4741670"/>
            <a:ext cx="3466792" cy="154502"/>
          </a:xfrm>
          <a:prstGeom prst="rect">
            <a:avLst/>
          </a:prstGeom>
          <a:noFill/>
          <a:ln>
            <a:noFill/>
          </a:ln>
        </p:spPr>
        <p:txBody>
          <a:bodyPr anchorCtr="0" anchor="b" bIns="30775" lIns="61550" spcFirstLastPara="1" rIns="61550" wrap="square" tIns="307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2021  Cisco and/or its affiliates. All rights reserved.   Cisco Confidential</a:t>
            </a:r>
            <a:endParaRPr/>
          </a:p>
        </p:txBody>
      </p:sp>
      <p:sp>
        <p:nvSpPr>
          <p:cNvPr id="180" name="Google Shape;180;p345"/>
          <p:cNvSpPr/>
          <p:nvPr>
            <p:ph idx="2" type="pic"/>
          </p:nvPr>
        </p:nvSpPr>
        <p:spPr>
          <a:xfrm>
            <a:off x="308012" y="240632"/>
            <a:ext cx="8480388" cy="4266646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">
  <p:cSld name="Bullet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46"/>
          <p:cNvSpPr txBox="1"/>
          <p:nvPr>
            <p:ph idx="1" type="body"/>
          </p:nvPr>
        </p:nvSpPr>
        <p:spPr>
          <a:xfrm>
            <a:off x="462302" y="1201738"/>
            <a:ext cx="8277344" cy="3389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>
            <a:lvl1pPr indent="-330200" lvl="0" marL="457200" marR="0" rtl="0" algn="l">
              <a:lnSpc>
                <a:spcPct val="95000"/>
              </a:lnSpc>
              <a:spcBef>
                <a:spcPts val="111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9989" lvl="1" marL="914400" marR="0" rtl="0" algn="l">
              <a:lnSpc>
                <a:spcPct val="95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43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988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28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9719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12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956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96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3" name="Google Shape;183;p346"/>
          <p:cNvSpPr txBox="1"/>
          <p:nvPr>
            <p:ph type="title"/>
          </p:nvPr>
        </p:nvSpPr>
        <p:spPr>
          <a:xfrm>
            <a:off x="437766" y="341314"/>
            <a:ext cx="8345488" cy="731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799">
                <a:solidFill>
                  <a:schemeClr val="lt1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_Heavy Text">
  <p:cSld name="Bullet_Heavy Text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47"/>
          <p:cNvSpPr txBox="1"/>
          <p:nvPr>
            <p:ph idx="1" type="body"/>
          </p:nvPr>
        </p:nvSpPr>
        <p:spPr>
          <a:xfrm>
            <a:off x="533399" y="1205898"/>
            <a:ext cx="3886200" cy="30830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04800" lvl="0" marL="457200" marR="0" rtl="0" algn="l">
              <a:lnSpc>
                <a:spcPct val="95000"/>
              </a:lnSpc>
              <a:spcBef>
                <a:spcPts val="111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7141" lvl="1" marL="914400" marR="0" rtl="0" algn="l">
              <a:lnSpc>
                <a:spcPct val="95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07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8956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96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81939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84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432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72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6" name="Google Shape;186;p347"/>
          <p:cNvSpPr txBox="1"/>
          <p:nvPr>
            <p:ph idx="2" type="body"/>
          </p:nvPr>
        </p:nvSpPr>
        <p:spPr>
          <a:xfrm>
            <a:off x="4755866" y="1205898"/>
            <a:ext cx="3886200" cy="30830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04800" lvl="0" marL="457200" marR="0" rtl="0" algn="l">
              <a:lnSpc>
                <a:spcPct val="95000"/>
              </a:lnSpc>
              <a:spcBef>
                <a:spcPts val="111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7141" lvl="1" marL="914400" marR="0" rtl="0" algn="l">
              <a:lnSpc>
                <a:spcPct val="95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07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8956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96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81939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84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432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72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7" name="Google Shape;187;p347"/>
          <p:cNvSpPr txBox="1"/>
          <p:nvPr>
            <p:ph type="title"/>
          </p:nvPr>
        </p:nvSpPr>
        <p:spPr>
          <a:xfrm>
            <a:off x="437766" y="341314"/>
            <a:ext cx="8345488" cy="731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799">
                <a:solidFill>
                  <a:schemeClr val="lt1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>
  <p:cSld name="Blank Slide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Table">
  <p:cSld name="1_Title and Table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49"/>
          <p:cNvSpPr/>
          <p:nvPr>
            <p:ph idx="2" type="tbl"/>
          </p:nvPr>
        </p:nvSpPr>
        <p:spPr>
          <a:xfrm>
            <a:off x="533400" y="1347789"/>
            <a:ext cx="8115300" cy="2658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1" name="Google Shape;191;p349"/>
          <p:cNvSpPr txBox="1"/>
          <p:nvPr>
            <p:ph idx="1" type="body"/>
          </p:nvPr>
        </p:nvSpPr>
        <p:spPr>
          <a:xfrm>
            <a:off x="437767" y="4148221"/>
            <a:ext cx="7180312" cy="3262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00" spcFirstLastPara="1" rIns="91400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2" name="Google Shape;192;p349"/>
          <p:cNvSpPr txBox="1"/>
          <p:nvPr>
            <p:ph type="title"/>
          </p:nvPr>
        </p:nvSpPr>
        <p:spPr>
          <a:xfrm>
            <a:off x="437766" y="341314"/>
            <a:ext cx="8345488" cy="731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799">
                <a:solidFill>
                  <a:schemeClr val="lt1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Title and Chart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50"/>
          <p:cNvSpPr/>
          <p:nvPr>
            <p:ph idx="2" type="chart"/>
          </p:nvPr>
        </p:nvSpPr>
        <p:spPr>
          <a:xfrm>
            <a:off x="533400" y="1201739"/>
            <a:ext cx="8115300" cy="280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>
            <a:lvl1pPr lvl="0" marR="0" rtl="0" algn="ctr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5" name="Google Shape;195;p350"/>
          <p:cNvSpPr txBox="1"/>
          <p:nvPr>
            <p:ph idx="1" type="body"/>
          </p:nvPr>
        </p:nvSpPr>
        <p:spPr>
          <a:xfrm>
            <a:off x="437767" y="4148221"/>
            <a:ext cx="7180312" cy="3262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00" spcFirstLastPara="1" rIns="91400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6" name="Google Shape;196;p350"/>
          <p:cNvSpPr txBox="1"/>
          <p:nvPr>
            <p:ph type="title"/>
          </p:nvPr>
        </p:nvSpPr>
        <p:spPr>
          <a:xfrm>
            <a:off x="437766" y="341314"/>
            <a:ext cx="8345488" cy="731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ulti_Slide">
  <p:cSld name="Multi_Slide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51"/>
          <p:cNvSpPr txBox="1"/>
          <p:nvPr>
            <p:ph idx="1" type="body"/>
          </p:nvPr>
        </p:nvSpPr>
        <p:spPr>
          <a:xfrm>
            <a:off x="474663" y="1347789"/>
            <a:ext cx="8280057" cy="30739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9" name="Google Shape;199;p351"/>
          <p:cNvSpPr txBox="1"/>
          <p:nvPr>
            <p:ph type="title"/>
          </p:nvPr>
        </p:nvSpPr>
        <p:spPr>
          <a:xfrm>
            <a:off x="437766" y="341314"/>
            <a:ext cx="8345488" cy="731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Half_Page_Blank">
  <p:cSld name="1_Half_Page_Blank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52"/>
          <p:cNvSpPr/>
          <p:nvPr/>
        </p:nvSpPr>
        <p:spPr>
          <a:xfrm>
            <a:off x="-8092" y="0"/>
            <a:ext cx="4580092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352"/>
          <p:cNvSpPr txBox="1"/>
          <p:nvPr>
            <p:ph idx="1" type="body"/>
          </p:nvPr>
        </p:nvSpPr>
        <p:spPr>
          <a:xfrm>
            <a:off x="462301" y="1665183"/>
            <a:ext cx="3662024" cy="29258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>
            <a:lvl1pPr indent="-304800" lvl="0" marL="457200" marR="0" rtl="0" algn="l">
              <a:lnSpc>
                <a:spcPct val="95000"/>
              </a:lnSpc>
              <a:spcBef>
                <a:spcPts val="111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7141" lvl="1" marL="914400" marR="0" rtl="0" algn="l">
              <a:lnSpc>
                <a:spcPct val="95000"/>
              </a:lnSpc>
              <a:spcBef>
                <a:spcPts val="450"/>
              </a:spcBef>
              <a:spcAft>
                <a:spcPts val="0"/>
              </a:spcAft>
              <a:buClr>
                <a:schemeClr val="dk2"/>
              </a:buClr>
              <a:buSzPts val="1079"/>
              <a:buFont typeface="Arial"/>
              <a:buChar char="•"/>
              <a:defRPr b="0" i="0" sz="1799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8956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2"/>
              </a:buClr>
              <a:buSzPts val="96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81939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2"/>
              </a:buClr>
              <a:buSzPts val="84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432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2"/>
              </a:buClr>
              <a:buSzPts val="72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3" name="Google Shape;203;p352"/>
          <p:cNvSpPr txBox="1"/>
          <p:nvPr>
            <p:ph type="title"/>
          </p:nvPr>
        </p:nvSpPr>
        <p:spPr>
          <a:xfrm>
            <a:off x="437767" y="341314"/>
            <a:ext cx="3686559" cy="731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lt1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352"/>
          <p:cNvSpPr/>
          <p:nvPr/>
        </p:nvSpPr>
        <p:spPr>
          <a:xfrm>
            <a:off x="477679" y="4741670"/>
            <a:ext cx="3568392" cy="154502"/>
          </a:xfrm>
          <a:prstGeom prst="rect">
            <a:avLst/>
          </a:prstGeom>
          <a:noFill/>
          <a:ln>
            <a:noFill/>
          </a:ln>
        </p:spPr>
        <p:txBody>
          <a:bodyPr anchorCtr="0" anchor="b" bIns="30775" lIns="61550" spcFirstLastPara="1" rIns="61550" wrap="square" tIns="307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2021  Cisco and/or its affiliates. All rights reserved.   Cisco Confidential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FBAE40"/>
          </p15:clr>
        </p15:guide>
        <p15:guide id="2" pos="2598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Half_Page_Text">
  <p:cSld name="2_Half_Page_Text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53"/>
          <p:cNvSpPr/>
          <p:nvPr/>
        </p:nvSpPr>
        <p:spPr>
          <a:xfrm>
            <a:off x="0" y="0"/>
            <a:ext cx="4580092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53"/>
          <p:cNvSpPr txBox="1"/>
          <p:nvPr>
            <p:ph type="title"/>
          </p:nvPr>
        </p:nvSpPr>
        <p:spPr>
          <a:xfrm>
            <a:off x="419101" y="1657350"/>
            <a:ext cx="3827463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353"/>
          <p:cNvSpPr txBox="1"/>
          <p:nvPr>
            <p:ph idx="1" type="body"/>
          </p:nvPr>
        </p:nvSpPr>
        <p:spPr>
          <a:xfrm>
            <a:off x="5097464" y="531812"/>
            <a:ext cx="3551237" cy="40592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-320001" lvl="0" marL="457200" marR="0" rtl="0" algn="l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>
                <a:schemeClr val="dk1"/>
              </a:buClr>
              <a:buSzPts val="1439"/>
              <a:buFont typeface="Arial"/>
              <a:buChar char="•"/>
              <a:defRPr b="0" i="0" sz="23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0001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39"/>
              <a:buFont typeface="Arial"/>
              <a:buChar char="•"/>
              <a:defRPr b="0" i="0" sz="23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7141" lvl="3" marL="1828800" marR="0" rtl="0" algn="l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07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7141" lvl="4" marL="2286000" marR="0" rtl="0" algn="l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07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9" name="Google Shape;209;p353"/>
          <p:cNvSpPr/>
          <p:nvPr/>
        </p:nvSpPr>
        <p:spPr>
          <a:xfrm>
            <a:off x="477679" y="4741670"/>
            <a:ext cx="3466792" cy="154502"/>
          </a:xfrm>
          <a:prstGeom prst="rect">
            <a:avLst/>
          </a:prstGeom>
          <a:noFill/>
          <a:ln>
            <a:noFill/>
          </a:ln>
        </p:spPr>
        <p:txBody>
          <a:bodyPr anchorCtr="0" anchor="b" bIns="30775" lIns="61550" spcFirstLastPara="1" rIns="61550" wrap="square" tIns="307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2021  Cisco and/or its affiliates. All rights reserved.   Cisco Confidential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044">
          <p15:clr>
            <a:srgbClr val="FBAE40"/>
          </p15:clr>
        </p15:guide>
        <p15:guide id="2" pos="264">
          <p15:clr>
            <a:srgbClr val="FBAE40"/>
          </p15:clr>
        </p15:guide>
        <p15:guide id="3" orient="horz" pos="2196">
          <p15:clr>
            <a:srgbClr val="FBAE40"/>
          </p15:clr>
        </p15:guide>
        <p15:guide id="4" pos="2675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Half_Page_Text_2 column">
  <p:cSld name="3_Half_Page_Text_2 column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54"/>
          <p:cNvSpPr/>
          <p:nvPr/>
        </p:nvSpPr>
        <p:spPr>
          <a:xfrm>
            <a:off x="0" y="0"/>
            <a:ext cx="4580092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354"/>
          <p:cNvSpPr txBox="1"/>
          <p:nvPr>
            <p:ph type="title"/>
          </p:nvPr>
        </p:nvSpPr>
        <p:spPr>
          <a:xfrm>
            <a:off x="437766" y="510540"/>
            <a:ext cx="3808797" cy="655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354"/>
          <p:cNvSpPr txBox="1"/>
          <p:nvPr>
            <p:ph idx="1" type="body"/>
          </p:nvPr>
        </p:nvSpPr>
        <p:spPr>
          <a:xfrm>
            <a:off x="5097464" y="510540"/>
            <a:ext cx="3551237" cy="4080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7141" lvl="2" marL="1371600" marR="0" rtl="0" algn="l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07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89560" lvl="3" marL="1828800" marR="0" rtl="0" algn="l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96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9560" lvl="4" marL="2286000" marR="0" rtl="0" algn="l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96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4" name="Google Shape;214;p354"/>
          <p:cNvSpPr txBox="1"/>
          <p:nvPr>
            <p:ph idx="2" type="body"/>
          </p:nvPr>
        </p:nvSpPr>
        <p:spPr>
          <a:xfrm>
            <a:off x="437766" y="1659843"/>
            <a:ext cx="3808797" cy="29312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4800" lvl="0" marL="457200" marR="0" rtl="0" algn="l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7141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2"/>
              </a:buClr>
              <a:buSzPts val="1079"/>
              <a:buFont typeface="Arial"/>
              <a:buChar char="•"/>
              <a:defRPr b="0" i="0" sz="1799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8956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2"/>
              </a:buClr>
              <a:buSzPts val="96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956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2"/>
              </a:buClr>
              <a:buSzPts val="96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5" name="Google Shape;215;p354"/>
          <p:cNvSpPr/>
          <p:nvPr/>
        </p:nvSpPr>
        <p:spPr>
          <a:xfrm>
            <a:off x="477679" y="4741670"/>
            <a:ext cx="3359215" cy="154502"/>
          </a:xfrm>
          <a:prstGeom prst="rect">
            <a:avLst/>
          </a:prstGeom>
          <a:noFill/>
          <a:ln>
            <a:noFill/>
          </a:ln>
        </p:spPr>
        <p:txBody>
          <a:bodyPr anchorCtr="0" anchor="b" bIns="30775" lIns="61550" spcFirstLastPara="1" rIns="61550" wrap="square" tIns="307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2021  Cisco and/or its affiliates. All rights reserved.   Cisco Confidential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675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Half_Page_Picture_Caption">
  <p:cSld name="4_Half_Page_Picture_Caption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55"/>
          <p:cNvSpPr/>
          <p:nvPr/>
        </p:nvSpPr>
        <p:spPr>
          <a:xfrm>
            <a:off x="0" y="0"/>
            <a:ext cx="4580092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355"/>
          <p:cNvSpPr txBox="1"/>
          <p:nvPr>
            <p:ph type="title"/>
          </p:nvPr>
        </p:nvSpPr>
        <p:spPr>
          <a:xfrm>
            <a:off x="437766" y="1659732"/>
            <a:ext cx="3808797" cy="1824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355"/>
          <p:cNvSpPr/>
          <p:nvPr>
            <p:ph idx="2" type="pic"/>
          </p:nvPr>
        </p:nvSpPr>
        <p:spPr>
          <a:xfrm>
            <a:off x="5089526" y="531813"/>
            <a:ext cx="3559175" cy="3364846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p355"/>
          <p:cNvSpPr txBox="1"/>
          <p:nvPr>
            <p:ph idx="1" type="body"/>
          </p:nvPr>
        </p:nvSpPr>
        <p:spPr>
          <a:xfrm>
            <a:off x="5089526" y="4062351"/>
            <a:ext cx="3559175" cy="525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126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1" name="Google Shape;221;p355"/>
          <p:cNvSpPr/>
          <p:nvPr/>
        </p:nvSpPr>
        <p:spPr>
          <a:xfrm>
            <a:off x="477680" y="4741670"/>
            <a:ext cx="2863168" cy="154502"/>
          </a:xfrm>
          <a:prstGeom prst="rect">
            <a:avLst/>
          </a:prstGeom>
          <a:noFill/>
          <a:ln>
            <a:noFill/>
          </a:ln>
        </p:spPr>
        <p:txBody>
          <a:bodyPr anchorCtr="0" anchor="b" bIns="30775" lIns="61550" spcFirstLastPara="1" rIns="61550" wrap="square" tIns="307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2021  Cisco and/or its affiliates. All rights reserved.   Cisco Confidential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044">
          <p15:clr>
            <a:srgbClr val="FBAE40"/>
          </p15:clr>
        </p15:guide>
        <p15:guide id="2" pos="264">
          <p15:clr>
            <a:srgbClr val="FBAE40"/>
          </p15:clr>
        </p15:guide>
        <p15:guide id="3" orient="horz" pos="2193">
          <p15:clr>
            <a:srgbClr val="FBAE40"/>
          </p15:clr>
        </p15:guide>
        <p15:guide id="4" pos="2675">
          <p15:clr>
            <a:srgbClr val="FBAE40"/>
          </p15:clr>
        </p15:guide>
        <p15:guide id="5" pos="3206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Half_Page_Picture">
  <p:cSld name="5_Half_Page_Picture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56"/>
          <p:cNvSpPr/>
          <p:nvPr/>
        </p:nvSpPr>
        <p:spPr>
          <a:xfrm>
            <a:off x="0" y="0"/>
            <a:ext cx="4580092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56"/>
          <p:cNvSpPr txBox="1"/>
          <p:nvPr>
            <p:ph type="title"/>
          </p:nvPr>
        </p:nvSpPr>
        <p:spPr>
          <a:xfrm>
            <a:off x="437766" y="1655764"/>
            <a:ext cx="3808797" cy="1824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356"/>
          <p:cNvSpPr/>
          <p:nvPr>
            <p:ph idx="2" type="pic"/>
          </p:nvPr>
        </p:nvSpPr>
        <p:spPr>
          <a:xfrm>
            <a:off x="5089526" y="531814"/>
            <a:ext cx="3559175" cy="4059236"/>
          </a:xfrm>
          <a:prstGeom prst="rect">
            <a:avLst/>
          </a:prstGeom>
          <a:noFill/>
          <a:ln>
            <a:noFill/>
          </a:ln>
        </p:spPr>
      </p:sp>
      <p:sp>
        <p:nvSpPr>
          <p:cNvPr id="226" name="Google Shape;226;p356"/>
          <p:cNvSpPr/>
          <p:nvPr/>
        </p:nvSpPr>
        <p:spPr>
          <a:xfrm>
            <a:off x="477679" y="4741670"/>
            <a:ext cx="3263592" cy="154502"/>
          </a:xfrm>
          <a:prstGeom prst="rect">
            <a:avLst/>
          </a:prstGeom>
          <a:noFill/>
          <a:ln>
            <a:noFill/>
          </a:ln>
        </p:spPr>
        <p:txBody>
          <a:bodyPr anchorCtr="0" anchor="b" bIns="30775" lIns="61550" spcFirstLastPara="1" rIns="61550" wrap="square" tIns="307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2021  Cisco and/or its affiliates. All rights reserved.   Cisco Confidential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044">
          <p15:clr>
            <a:srgbClr val="FBAE40"/>
          </p15:clr>
        </p15:guide>
        <p15:guide id="2" pos="264">
          <p15:clr>
            <a:srgbClr val="FBAE40"/>
          </p15:clr>
        </p15:guide>
        <p15:guide id="3" orient="horz" pos="2193">
          <p15:clr>
            <a:srgbClr val="FBAE40"/>
          </p15:clr>
        </p15:guide>
        <p15:guide id="4" pos="2675">
          <p15:clr>
            <a:srgbClr val="FBAE40"/>
          </p15:clr>
        </p15:guide>
        <p15:guide id="5" pos="3206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Half_Page_Headline Only">
  <p:cSld name="6_Half_Page_Headline Only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57"/>
          <p:cNvSpPr/>
          <p:nvPr/>
        </p:nvSpPr>
        <p:spPr>
          <a:xfrm>
            <a:off x="0" y="0"/>
            <a:ext cx="4580092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357"/>
          <p:cNvSpPr txBox="1"/>
          <p:nvPr>
            <p:ph type="title"/>
          </p:nvPr>
        </p:nvSpPr>
        <p:spPr>
          <a:xfrm>
            <a:off x="437766" y="1659732"/>
            <a:ext cx="3808797" cy="1824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357"/>
          <p:cNvSpPr/>
          <p:nvPr/>
        </p:nvSpPr>
        <p:spPr>
          <a:xfrm>
            <a:off x="477679" y="4741670"/>
            <a:ext cx="2946839" cy="154502"/>
          </a:xfrm>
          <a:prstGeom prst="rect">
            <a:avLst/>
          </a:prstGeom>
          <a:noFill/>
          <a:ln>
            <a:noFill/>
          </a:ln>
        </p:spPr>
        <p:txBody>
          <a:bodyPr anchorCtr="0" anchor="b" bIns="30775" lIns="61550" spcFirstLastPara="1" rIns="61550" wrap="square" tIns="307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2021  Cisco and/or its affiliates. All rights reserved.   Cisco Confidential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044">
          <p15:clr>
            <a:srgbClr val="FBAE40"/>
          </p15:clr>
        </p15:guide>
        <p15:guide id="2" orient="horz" pos="2193">
          <p15:clr>
            <a:srgbClr val="FBAE40"/>
          </p15:clr>
        </p15:guide>
        <p15:guide id="3" pos="2675">
          <p15:clr>
            <a:srgbClr val="FBAE40"/>
          </p15:clr>
        </p15:guide>
        <p15:guide id="4" pos="3206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Half_Page_Picture_Full">
  <p:cSld name="7_Half_Page_Picture_Full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58"/>
          <p:cNvSpPr/>
          <p:nvPr/>
        </p:nvSpPr>
        <p:spPr>
          <a:xfrm>
            <a:off x="0" y="0"/>
            <a:ext cx="4580092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58"/>
          <p:cNvSpPr txBox="1"/>
          <p:nvPr>
            <p:ph type="title"/>
          </p:nvPr>
        </p:nvSpPr>
        <p:spPr>
          <a:xfrm>
            <a:off x="437766" y="1659732"/>
            <a:ext cx="3808797" cy="1824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358"/>
          <p:cNvSpPr/>
          <p:nvPr>
            <p:ph idx="2" type="pic"/>
          </p:nvPr>
        </p:nvSpPr>
        <p:spPr>
          <a:xfrm>
            <a:off x="4580093" y="0"/>
            <a:ext cx="4563907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358"/>
          <p:cNvSpPr/>
          <p:nvPr/>
        </p:nvSpPr>
        <p:spPr>
          <a:xfrm>
            <a:off x="477679" y="4741670"/>
            <a:ext cx="3299450" cy="154502"/>
          </a:xfrm>
          <a:prstGeom prst="rect">
            <a:avLst/>
          </a:prstGeom>
          <a:noFill/>
          <a:ln>
            <a:noFill/>
          </a:ln>
        </p:spPr>
        <p:txBody>
          <a:bodyPr anchorCtr="0" anchor="b" bIns="30775" lIns="61550" spcFirstLastPara="1" rIns="61550" wrap="square" tIns="307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2021  Cisco and/or its affiliates. All rights reserved.   Cisco Confidential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044">
          <p15:clr>
            <a:srgbClr val="FBAE40"/>
          </p15:clr>
        </p15:guide>
        <p15:guide id="2" orient="horz" pos="2193">
          <p15:clr>
            <a:srgbClr val="FBAE40"/>
          </p15:clr>
        </p15:guide>
        <p15:guide id="3" pos="2675">
          <p15:clr>
            <a:srgbClr val="FBAE40"/>
          </p15:clr>
        </p15:guide>
        <p15:guide id="4" pos="3206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Half_Page_Chart">
  <p:cSld name="8_Half_Page_Chart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59"/>
          <p:cNvSpPr/>
          <p:nvPr/>
        </p:nvSpPr>
        <p:spPr>
          <a:xfrm>
            <a:off x="0" y="0"/>
            <a:ext cx="4580092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359"/>
          <p:cNvSpPr txBox="1"/>
          <p:nvPr>
            <p:ph type="title"/>
          </p:nvPr>
        </p:nvSpPr>
        <p:spPr>
          <a:xfrm>
            <a:off x="437766" y="1659732"/>
            <a:ext cx="3808797" cy="1824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359"/>
          <p:cNvSpPr/>
          <p:nvPr>
            <p:ph idx="2" type="chart"/>
          </p:nvPr>
        </p:nvSpPr>
        <p:spPr>
          <a:xfrm>
            <a:off x="5089526" y="503238"/>
            <a:ext cx="3559175" cy="4087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135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0" name="Google Shape;240;p359"/>
          <p:cNvSpPr/>
          <p:nvPr/>
        </p:nvSpPr>
        <p:spPr>
          <a:xfrm>
            <a:off x="477679" y="4741670"/>
            <a:ext cx="3179921" cy="154502"/>
          </a:xfrm>
          <a:prstGeom prst="rect">
            <a:avLst/>
          </a:prstGeom>
          <a:noFill/>
          <a:ln>
            <a:noFill/>
          </a:ln>
        </p:spPr>
        <p:txBody>
          <a:bodyPr anchorCtr="0" anchor="b" bIns="30775" lIns="61550" spcFirstLastPara="1" rIns="61550" wrap="square" tIns="307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2021  Cisco and/or its affiliates. All rights reserved.   Cisco Confidential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96">
          <p15:clr>
            <a:srgbClr val="FBAE40"/>
          </p15:clr>
        </p15:guide>
        <p15:guide id="2" pos="2675">
          <p15:clr>
            <a:srgbClr val="FBAE40"/>
          </p15:clr>
        </p15:guide>
        <p15:guide id="3" pos="3206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Half_Page_Table">
  <p:cSld name="9_Half_Page_Table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60"/>
          <p:cNvSpPr/>
          <p:nvPr/>
        </p:nvSpPr>
        <p:spPr>
          <a:xfrm>
            <a:off x="0" y="0"/>
            <a:ext cx="4580092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360"/>
          <p:cNvSpPr txBox="1"/>
          <p:nvPr>
            <p:ph type="title"/>
          </p:nvPr>
        </p:nvSpPr>
        <p:spPr>
          <a:xfrm>
            <a:off x="437766" y="1659732"/>
            <a:ext cx="3808797" cy="1824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360"/>
          <p:cNvSpPr/>
          <p:nvPr>
            <p:ph idx="2" type="tbl"/>
          </p:nvPr>
        </p:nvSpPr>
        <p:spPr>
          <a:xfrm>
            <a:off x="5089526" y="503238"/>
            <a:ext cx="3559175" cy="4087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5" name="Google Shape;245;p360"/>
          <p:cNvSpPr/>
          <p:nvPr/>
        </p:nvSpPr>
        <p:spPr>
          <a:xfrm>
            <a:off x="477679" y="4741670"/>
            <a:ext cx="3407027" cy="154502"/>
          </a:xfrm>
          <a:prstGeom prst="rect">
            <a:avLst/>
          </a:prstGeom>
          <a:noFill/>
          <a:ln>
            <a:noFill/>
          </a:ln>
        </p:spPr>
        <p:txBody>
          <a:bodyPr anchorCtr="0" anchor="b" bIns="30775" lIns="61550" spcFirstLastPara="1" rIns="61550" wrap="square" tIns="307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2021  Cisco and/or its affiliates. All rights reserved.   Cisco Confidential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044">
          <p15:clr>
            <a:srgbClr val="FBAE40"/>
          </p15:clr>
        </p15:guide>
        <p15:guide id="2" orient="horz" pos="2196">
          <p15:clr>
            <a:srgbClr val="FBAE40"/>
          </p15:clr>
        </p15:guide>
        <p15:guide id="3" pos="2675">
          <p15:clr>
            <a:srgbClr val="FBAE40"/>
          </p15:clr>
        </p15:guide>
        <p15:guide id="4" pos="3206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Slide" showMasterSp="0">
  <p:cSld name="Closing Slide">
    <p:bg>
      <p:bgPr>
        <a:solidFill>
          <a:schemeClr val="accent3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6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8" name="Google Shape;248;p3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15068" y="2316342"/>
            <a:ext cx="3313864" cy="5108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34" Type="http://schemas.openxmlformats.org/officeDocument/2006/relationships/theme" Target="../theme/theme3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53.xml"/><Relationship Id="rId22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57.xml"/><Relationship Id="rId23" Type="http://schemas.openxmlformats.org/officeDocument/2006/relationships/slideLayout" Target="../slideLayouts/slideLayout56.xml"/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26" Type="http://schemas.openxmlformats.org/officeDocument/2006/relationships/slideLayout" Target="../slideLayouts/slideLayout59.xml"/><Relationship Id="rId25" Type="http://schemas.openxmlformats.org/officeDocument/2006/relationships/slideLayout" Target="../slideLayouts/slideLayout58.xml"/><Relationship Id="rId27" Type="http://schemas.openxmlformats.org/officeDocument/2006/relationships/theme" Target="../theme/theme2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52.xml"/><Relationship Id="rId18" Type="http://schemas.openxmlformats.org/officeDocument/2006/relationships/slideLayout" Target="../slideLayouts/slideLayout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4"/>
          <p:cNvSpPr txBox="1"/>
          <p:nvPr>
            <p:ph type="title"/>
          </p:nvPr>
        </p:nvSpPr>
        <p:spPr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676767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676767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676767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676767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676767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676767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676767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67676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04"/>
          <p:cNvSpPr/>
          <p:nvPr/>
        </p:nvSpPr>
        <p:spPr>
          <a:xfrm>
            <a:off x="477679" y="4741653"/>
            <a:ext cx="3401050" cy="154518"/>
          </a:xfrm>
          <a:prstGeom prst="rect">
            <a:avLst/>
          </a:prstGeom>
          <a:noFill/>
          <a:ln>
            <a:noFill/>
          </a:ln>
        </p:spPr>
        <p:txBody>
          <a:bodyPr anchorCtr="0" anchor="b" bIns="30775" lIns="61575" spcFirstLastPara="1" rIns="61575" wrap="square" tIns="307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© 2021  Cisco and/or its affiliates. All rights reserved.   Cisco Confidential</a:t>
            </a:r>
            <a:endParaRPr/>
          </a:p>
        </p:txBody>
      </p:sp>
      <p:sp>
        <p:nvSpPr>
          <p:cNvPr id="12" name="Google Shape;12;p104"/>
          <p:cNvSpPr/>
          <p:nvPr/>
        </p:nvSpPr>
        <p:spPr>
          <a:xfrm>
            <a:off x="8515707" y="4742907"/>
            <a:ext cx="223441" cy="154518"/>
          </a:xfrm>
          <a:prstGeom prst="rect">
            <a:avLst/>
          </a:prstGeom>
          <a:noFill/>
          <a:ln>
            <a:noFill/>
          </a:ln>
        </p:spPr>
        <p:txBody>
          <a:bodyPr anchorCtr="0" anchor="b" bIns="30775" lIns="61575" spcFirstLastPara="1" rIns="61575" wrap="square" tIns="307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892">
          <p15:clr>
            <a:srgbClr val="F26B43"/>
          </p15:clr>
        </p15:guide>
        <p15:guide id="2" pos="336">
          <p15:clr>
            <a:srgbClr val="F26B43"/>
          </p15:clr>
        </p15:guide>
        <p15:guide id="3" pos="5448">
          <p15:clr>
            <a:srgbClr val="F26B43"/>
          </p15:clr>
        </p15:guide>
        <p15:guide id="4" orient="horz" pos="757">
          <p15:clr>
            <a:srgbClr val="F26B43"/>
          </p15:clr>
        </p15:guide>
        <p15:guide id="5" orient="horz" pos="335">
          <p15:clr>
            <a:srgbClr val="F26B43"/>
          </p15:clr>
        </p15:guide>
        <p15:guide id="6" pos="2876">
          <p15:clr>
            <a:srgbClr val="F26B43"/>
          </p15:clr>
        </p15:guide>
        <p15:guide id="7" orient="horz" pos="104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6"/>
          <p:cNvSpPr txBox="1"/>
          <p:nvPr>
            <p:ph type="title"/>
          </p:nvPr>
        </p:nvSpPr>
        <p:spPr>
          <a:xfrm>
            <a:off x="437766" y="341314"/>
            <a:ext cx="8345488" cy="731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799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676767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676767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676767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676767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676767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676767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676767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67676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4" name="Google Shape;144;p106"/>
          <p:cNvSpPr/>
          <p:nvPr/>
        </p:nvSpPr>
        <p:spPr>
          <a:xfrm>
            <a:off x="477679" y="4741670"/>
            <a:ext cx="3401050" cy="154502"/>
          </a:xfrm>
          <a:prstGeom prst="rect">
            <a:avLst/>
          </a:prstGeom>
          <a:noFill/>
          <a:ln>
            <a:noFill/>
          </a:ln>
        </p:spPr>
        <p:txBody>
          <a:bodyPr anchorCtr="0" anchor="b" bIns="30775" lIns="61550" spcFirstLastPara="1" rIns="61550" wrap="square" tIns="307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© 2021  Cisco and/or its affiliates. All rights reserved.   Cisco Confidential</a:t>
            </a:r>
            <a:endParaRPr/>
          </a:p>
        </p:txBody>
      </p:sp>
      <p:sp>
        <p:nvSpPr>
          <p:cNvPr id="145" name="Google Shape;145;p106"/>
          <p:cNvSpPr/>
          <p:nvPr/>
        </p:nvSpPr>
        <p:spPr>
          <a:xfrm>
            <a:off x="8515708" y="4742924"/>
            <a:ext cx="226615" cy="154502"/>
          </a:xfrm>
          <a:prstGeom prst="rect">
            <a:avLst/>
          </a:prstGeom>
          <a:noFill/>
          <a:ln>
            <a:noFill/>
          </a:ln>
        </p:spPr>
        <p:txBody>
          <a:bodyPr anchorCtr="0" anchor="b" bIns="30775" lIns="61550" spcFirstLastPara="1" rIns="61550" wrap="square" tIns="307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97" r:id="rId15"/>
    <p:sldLayoutId id="2147483698" r:id="rId16"/>
    <p:sldLayoutId id="2147483699" r:id="rId17"/>
    <p:sldLayoutId id="2147483700" r:id="rId18"/>
    <p:sldLayoutId id="2147483701" r:id="rId19"/>
    <p:sldLayoutId id="2147483702" r:id="rId20"/>
    <p:sldLayoutId id="2147483703" r:id="rId21"/>
    <p:sldLayoutId id="2147483704" r:id="rId22"/>
    <p:sldLayoutId id="2147483705" r:id="rId23"/>
    <p:sldLayoutId id="2147483706" r:id="rId24"/>
    <p:sldLayoutId id="2147483707" r:id="rId25"/>
    <p:sldLayoutId id="2147483708" r:id="rId2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892">
          <p15:clr>
            <a:srgbClr val="F26B43"/>
          </p15:clr>
        </p15:guide>
        <p15:guide id="2" pos="336">
          <p15:clr>
            <a:srgbClr val="F26B43"/>
          </p15:clr>
        </p15:guide>
        <p15:guide id="3" pos="5448">
          <p15:clr>
            <a:srgbClr val="F26B43"/>
          </p15:clr>
        </p15:guide>
        <p15:guide id="4" orient="horz" pos="757">
          <p15:clr>
            <a:srgbClr val="F26B43"/>
          </p15:clr>
        </p15:guide>
        <p15:guide id="5" orient="horz" pos="335">
          <p15:clr>
            <a:srgbClr val="F26B43"/>
          </p15:clr>
        </p15:guide>
        <p15:guide id="6" pos="2876">
          <p15:clr>
            <a:srgbClr val="F26B43"/>
          </p15:clr>
        </p15:guide>
        <p15:guide id="7" orient="horz" pos="10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instagram.com/wearecisco/?hl=en" TargetMode="External"/><Relationship Id="rId4" Type="http://schemas.openxmlformats.org/officeDocument/2006/relationships/hyperlink" Target="https://www.instagram.com/wearecisco/?hl=en" TargetMode="External"/><Relationship Id="rId5" Type="http://schemas.openxmlformats.org/officeDocument/2006/relationships/hyperlink" Target="https://www.instagram.com/wearecisco/?hl=en" TargetMode="External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slide" Target="/ppt/slides/slide3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Relationship Id="rId4" Type="http://schemas.openxmlformats.org/officeDocument/2006/relationships/image" Target="../media/image2.png"/><Relationship Id="rId5" Type="http://schemas.openxmlformats.org/officeDocument/2006/relationships/hyperlink" Target="https://www.instagram.com/wearecisco/?hl=en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"/>
          <p:cNvSpPr txBox="1"/>
          <p:nvPr>
            <p:ph type="ctrTitle"/>
          </p:nvPr>
        </p:nvSpPr>
        <p:spPr>
          <a:xfrm>
            <a:off x="569467" y="2172738"/>
            <a:ext cx="8456004" cy="5714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u="sng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#WEARECISCO</a:t>
            </a:r>
            <a:br>
              <a:rPr lang="en-US" sz="3600" u="sng">
                <a:solidFill>
                  <a:schemeClr val="accent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r>
              <a:rPr lang="en-US" sz="3600" u="sng">
                <a:solidFill>
                  <a:schemeClr val="accent1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br>
              <a:rPr lang="en-US" sz="3600">
                <a:solidFill>
                  <a:schemeClr val="accent1"/>
                </a:solidFill>
              </a:rPr>
            </a:br>
            <a:r>
              <a:rPr lang="en-US" sz="3600">
                <a:solidFill>
                  <a:schemeClr val="accent1"/>
                </a:solidFill>
              </a:rPr>
              <a:t>Cisco: Company Overview</a:t>
            </a:r>
            <a:endParaRPr/>
          </a:p>
        </p:txBody>
      </p:sp>
      <p:sp>
        <p:nvSpPr>
          <p:cNvPr id="254" name="Google Shape;254;p1"/>
          <p:cNvSpPr txBox="1"/>
          <p:nvPr>
            <p:ph idx="1" type="body"/>
          </p:nvPr>
        </p:nvSpPr>
        <p:spPr>
          <a:xfrm>
            <a:off x="470274" y="4311099"/>
            <a:ext cx="5108400" cy="299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20"/>
              <a:buFont typeface="Arial"/>
              <a:buNone/>
            </a:pPr>
            <a:r>
              <a:rPr lang="en-US"/>
              <a:t>November 22, 2021</a:t>
            </a:r>
            <a:endParaRPr/>
          </a:p>
        </p:txBody>
      </p:sp>
      <p:sp>
        <p:nvSpPr>
          <p:cNvPr id="255" name="Google Shape;255;p1"/>
          <p:cNvSpPr txBox="1"/>
          <p:nvPr>
            <p:ph idx="1" type="body"/>
          </p:nvPr>
        </p:nvSpPr>
        <p:spPr>
          <a:xfrm>
            <a:off x="722846" y="2732331"/>
            <a:ext cx="8302625" cy="300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-US" sz="2000">
                <a:solidFill>
                  <a:schemeClr val="accent1"/>
                </a:solidFill>
              </a:rPr>
              <a:t>[fiscalYear]</a:t>
            </a:r>
            <a:endParaRPr/>
          </a:p>
        </p:txBody>
      </p:sp>
      <p:sp>
        <p:nvSpPr>
          <p:cNvPr id="256" name="Google Shape;256;p1"/>
          <p:cNvSpPr txBox="1"/>
          <p:nvPr/>
        </p:nvSpPr>
        <p:spPr>
          <a:xfrm>
            <a:off x="470274" y="4022968"/>
            <a:ext cx="8296421" cy="288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1" i="0" lang="en-US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imi</a:t>
            </a:r>
            <a:r>
              <a:rPr b="0" i="0" lang="en-US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mobile Integration PMO</a:t>
            </a:r>
            <a:endParaRPr/>
          </a:p>
          <a:p>
            <a:pPr indent="0" lvl="0" marL="0" marR="0" rtl="0" algn="l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7" name="Google Shape;257;p1"/>
          <p:cNvGrpSpPr/>
          <p:nvPr/>
        </p:nvGrpSpPr>
        <p:grpSpPr>
          <a:xfrm>
            <a:off x="7111170" y="207284"/>
            <a:ext cx="1814551" cy="783431"/>
            <a:chOff x="4165039" y="2720268"/>
            <a:chExt cx="3861922" cy="1636499"/>
          </a:xfrm>
        </p:grpSpPr>
        <p:pic>
          <p:nvPicPr>
            <p:cNvPr descr="cisco-logo-transparent-4 - STEMconnector" id="258" name="Google Shape;258;p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171440" y="2720268"/>
              <a:ext cx="1849120" cy="979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9" name="Google Shape;259;p1"/>
            <p:cNvSpPr txBox="1"/>
            <p:nvPr/>
          </p:nvSpPr>
          <p:spPr>
            <a:xfrm>
              <a:off x="4165039" y="3915444"/>
              <a:ext cx="3861922" cy="4413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chemeClr val="accent1"/>
                  </a:solidFill>
                  <a:latin typeface="Arial"/>
                  <a:ea typeface="Arial"/>
                  <a:cs typeface="Arial"/>
                  <a:sym typeface="Arial"/>
                </a:rPr>
                <a:t>The bridge to possible</a:t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"/>
          <p:cNvSpPr/>
          <p:nvPr/>
        </p:nvSpPr>
        <p:spPr>
          <a:xfrm>
            <a:off x="0" y="893"/>
            <a:ext cx="6094411" cy="5100338"/>
          </a:xfrm>
          <a:prstGeom prst="rect">
            <a:avLst/>
          </a:prstGeom>
          <a:solidFill>
            <a:srgbClr val="0D274D">
              <a:alpha val="6470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7"/>
              <a:buFont typeface="Arial"/>
              <a:buNone/>
            </a:pPr>
            <a:r>
              <a:t/>
            </a:r>
            <a:endParaRPr b="0" i="0" sz="1467" u="none" cap="none" strike="noStrike">
              <a:solidFill>
                <a:srgbClr val="0D27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5" name="Google Shape;26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" y="1"/>
            <a:ext cx="9143997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"/>
          <p:cNvSpPr txBox="1"/>
          <p:nvPr>
            <p:ph type="title"/>
          </p:nvPr>
        </p:nvSpPr>
        <p:spPr>
          <a:xfrm>
            <a:off x="437766" y="341314"/>
            <a:ext cx="8345488" cy="731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2"/>
                </a:solidFill>
              </a:rPr>
              <a:t>Table of Contents</a:t>
            </a:r>
            <a:endParaRPr/>
          </a:p>
        </p:txBody>
      </p:sp>
      <p:sp>
        <p:nvSpPr>
          <p:cNvPr id="267" name="Google Shape;267;p2"/>
          <p:cNvSpPr/>
          <p:nvPr/>
        </p:nvSpPr>
        <p:spPr>
          <a:xfrm>
            <a:off x="878919" y="1245294"/>
            <a:ext cx="457081" cy="45708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68" name="Google Shape;268;p2"/>
          <p:cNvSpPr/>
          <p:nvPr/>
        </p:nvSpPr>
        <p:spPr>
          <a:xfrm>
            <a:off x="878919" y="1956820"/>
            <a:ext cx="457081" cy="45708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69" name="Google Shape;269;p2"/>
          <p:cNvSpPr/>
          <p:nvPr/>
        </p:nvSpPr>
        <p:spPr>
          <a:xfrm>
            <a:off x="878919" y="2668345"/>
            <a:ext cx="457081" cy="45708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70" name="Google Shape;270;p2"/>
          <p:cNvSpPr/>
          <p:nvPr/>
        </p:nvSpPr>
        <p:spPr>
          <a:xfrm>
            <a:off x="878919" y="3379871"/>
            <a:ext cx="457081" cy="45708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271" name="Google Shape;271;p2"/>
          <p:cNvSpPr/>
          <p:nvPr/>
        </p:nvSpPr>
        <p:spPr>
          <a:xfrm>
            <a:off x="878919" y="4091396"/>
            <a:ext cx="457081" cy="45708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272" name="Google Shape;272;p2"/>
          <p:cNvSpPr txBox="1"/>
          <p:nvPr/>
        </p:nvSpPr>
        <p:spPr>
          <a:xfrm>
            <a:off x="1338078" y="1304557"/>
            <a:ext cx="2037593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Company Overview</a:t>
            </a:r>
            <a:endParaRPr b="0" i="0" sz="16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">
            <a:hlinkClick/>
          </p:cNvPr>
          <p:cNvSpPr txBox="1"/>
          <p:nvPr/>
        </p:nvSpPr>
        <p:spPr>
          <a:xfrm>
            <a:off x="1338078" y="2016083"/>
            <a:ext cx="2037593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Cisco’s Strategy</a:t>
            </a:r>
            <a:endParaRPr b="0" i="0" sz="16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"/>
          <p:cNvSpPr txBox="1"/>
          <p:nvPr/>
        </p:nvSpPr>
        <p:spPr>
          <a:xfrm>
            <a:off x="1338078" y="2727608"/>
            <a:ext cx="3275115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Cisco’s Commitment: Trust</a:t>
            </a:r>
            <a:endParaRPr b="0" i="0" sz="16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"/>
          <p:cNvSpPr txBox="1"/>
          <p:nvPr/>
        </p:nvSpPr>
        <p:spPr>
          <a:xfrm>
            <a:off x="1338078" y="3439134"/>
            <a:ext cx="3275115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Cisco’s Commitment: Innovation  </a:t>
            </a:r>
            <a:endParaRPr b="0" i="0" sz="16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"/>
          <p:cNvSpPr txBox="1"/>
          <p:nvPr/>
        </p:nvSpPr>
        <p:spPr>
          <a:xfrm>
            <a:off x="1338078" y="4150659"/>
            <a:ext cx="3121773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Cisco’s Commitment: Choice</a:t>
            </a:r>
            <a:endParaRPr b="0" i="0" sz="16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"/>
          <p:cNvSpPr/>
          <p:nvPr/>
        </p:nvSpPr>
        <p:spPr>
          <a:xfrm>
            <a:off x="4946357" y="1245294"/>
            <a:ext cx="457081" cy="45708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278" name="Google Shape;278;p2"/>
          <p:cNvSpPr/>
          <p:nvPr/>
        </p:nvSpPr>
        <p:spPr>
          <a:xfrm>
            <a:off x="4946357" y="1956820"/>
            <a:ext cx="457081" cy="45708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279" name="Google Shape;279;p2"/>
          <p:cNvSpPr/>
          <p:nvPr/>
        </p:nvSpPr>
        <p:spPr>
          <a:xfrm>
            <a:off x="4946357" y="2668345"/>
            <a:ext cx="457081" cy="45708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280" name="Google Shape;280;p2"/>
          <p:cNvSpPr/>
          <p:nvPr/>
        </p:nvSpPr>
        <p:spPr>
          <a:xfrm>
            <a:off x="4946357" y="3379871"/>
            <a:ext cx="457081" cy="45708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sp>
        <p:nvSpPr>
          <p:cNvPr id="281" name="Google Shape;281;p2"/>
          <p:cNvSpPr/>
          <p:nvPr/>
        </p:nvSpPr>
        <p:spPr>
          <a:xfrm>
            <a:off x="4946357" y="4091396"/>
            <a:ext cx="457081" cy="45708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282" name="Google Shape;282;p2"/>
          <p:cNvSpPr txBox="1"/>
          <p:nvPr/>
        </p:nvSpPr>
        <p:spPr>
          <a:xfrm>
            <a:off x="5405515" y="1304557"/>
            <a:ext cx="3019930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Cisco’s Commitment: Purpose</a:t>
            </a:r>
            <a:endParaRPr b="0" i="0" sz="16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"/>
          <p:cNvSpPr txBox="1"/>
          <p:nvPr/>
        </p:nvSpPr>
        <p:spPr>
          <a:xfrm>
            <a:off x="5405515" y="2016083"/>
            <a:ext cx="3019930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Cisco impact programs</a:t>
            </a:r>
            <a:endParaRPr b="0" i="0" sz="16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"/>
          <p:cNvSpPr txBox="1"/>
          <p:nvPr/>
        </p:nvSpPr>
        <p:spPr>
          <a:xfrm>
            <a:off x="5405515" y="2727608"/>
            <a:ext cx="2818035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Business Units - Products </a:t>
            </a:r>
            <a:endParaRPr b="0" i="0" sz="16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"/>
          <p:cNvSpPr txBox="1"/>
          <p:nvPr/>
        </p:nvSpPr>
        <p:spPr>
          <a:xfrm>
            <a:off x="5405515" y="3439134"/>
            <a:ext cx="2616401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Supporting Functions</a:t>
            </a:r>
            <a:endParaRPr b="0" i="0" sz="16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"/>
          <p:cNvSpPr txBox="1"/>
          <p:nvPr/>
        </p:nvSpPr>
        <p:spPr>
          <a:xfrm>
            <a:off x="5405515" y="4150659"/>
            <a:ext cx="2903004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Links to additional resources</a:t>
            </a:r>
            <a:endParaRPr b="0" i="0" sz="16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84" y="671"/>
            <a:ext cx="9139232" cy="5140818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"/>
          <p:cNvSpPr/>
          <p:nvPr/>
        </p:nvSpPr>
        <p:spPr>
          <a:xfrm>
            <a:off x="1190" y="1339"/>
            <a:ext cx="9142809" cy="5142161"/>
          </a:xfrm>
          <a:prstGeom prst="rect">
            <a:avLst/>
          </a:prstGeom>
          <a:solidFill>
            <a:schemeClr val="lt1">
              <a:alpha val="6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4" name="Google Shape;294;p3"/>
          <p:cNvCxnSpPr/>
          <p:nvPr/>
        </p:nvCxnSpPr>
        <p:spPr>
          <a:xfrm>
            <a:off x="3369746" y="1732976"/>
            <a:ext cx="0" cy="1677550"/>
          </a:xfrm>
          <a:prstGeom prst="straightConnector1">
            <a:avLst/>
          </a:prstGeom>
          <a:noFill/>
          <a:ln cap="rnd" cmpd="sng" w="25400">
            <a:solidFill>
              <a:srgbClr val="C8F3F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5" name="Google Shape;295;p3"/>
          <p:cNvSpPr txBox="1"/>
          <p:nvPr/>
        </p:nvSpPr>
        <p:spPr>
          <a:xfrm>
            <a:off x="3610229" y="2287906"/>
            <a:ext cx="4142548" cy="567689"/>
          </a:xfrm>
          <a:prstGeom prst="rect">
            <a:avLst/>
          </a:prstGeom>
          <a:noFill/>
          <a:ln>
            <a:noFill/>
          </a:ln>
          <a:effectLst>
            <a:outerShdw blurRad="190500" rotWithShape="0" algn="ctr">
              <a:schemeClr val="lt1">
                <a:alpha val="20000"/>
              </a:schemeClr>
            </a:outerShdw>
          </a:effectLst>
        </p:spPr>
        <p:txBody>
          <a:bodyPr anchorCtr="0" anchor="ctr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Company Overview</a:t>
            </a:r>
            <a:endParaRPr/>
          </a:p>
        </p:txBody>
      </p:sp>
      <p:pic>
        <p:nvPicPr>
          <p:cNvPr descr="cisco-logo-transparent-4 - STEMconnector" id="296" name="Google Shape;29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0758" y="1981846"/>
            <a:ext cx="2227914" cy="1179809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3"/>
          <p:cNvSpPr txBox="1"/>
          <p:nvPr/>
        </p:nvSpPr>
        <p:spPr>
          <a:xfrm>
            <a:off x="3607846" y="2792323"/>
            <a:ext cx="23748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sng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#WEARECISCO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3"/>
          <p:cNvSpPr txBox="1"/>
          <p:nvPr/>
        </p:nvSpPr>
        <p:spPr>
          <a:xfrm>
            <a:off x="6811775" y="4770120"/>
            <a:ext cx="4659682" cy="209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75565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640"/>
              <a:buFont typeface="Arial"/>
              <a:buNone/>
            </a:pPr>
            <a:r>
              <a:rPr b="0" i="1" lang="en-US" sz="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Deck last updated on August 24, 2021</a:t>
            </a:r>
            <a:endParaRPr b="0" i="0" sz="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4" y="0"/>
            <a:ext cx="9141612" cy="5142157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4"/>
          <p:cNvSpPr/>
          <p:nvPr/>
        </p:nvSpPr>
        <p:spPr>
          <a:xfrm>
            <a:off x="1192" y="670"/>
            <a:ext cx="4570808" cy="5142161"/>
          </a:xfrm>
          <a:prstGeom prst="rect">
            <a:avLst/>
          </a:prstGeom>
          <a:solidFill>
            <a:schemeClr val="lt1">
              <a:alpha val="6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4"/>
          <p:cNvSpPr txBox="1"/>
          <p:nvPr>
            <p:ph type="title"/>
          </p:nvPr>
        </p:nvSpPr>
        <p:spPr>
          <a:xfrm>
            <a:off x="438843" y="1659732"/>
            <a:ext cx="3807806" cy="1824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Cisco</a:t>
            </a:r>
            <a:br>
              <a:rPr lang="en-US"/>
            </a:br>
            <a:r>
              <a:rPr lang="en-US"/>
              <a:t>Global Presence</a:t>
            </a:r>
            <a:endParaRPr/>
          </a:p>
        </p:txBody>
      </p:sp>
      <p:pic>
        <p:nvPicPr>
          <p:cNvPr id="307" name="Google Shape;30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2741" y="2224758"/>
            <a:ext cx="4083844" cy="2918743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4"/>
          <p:cNvSpPr/>
          <p:nvPr/>
        </p:nvSpPr>
        <p:spPr>
          <a:xfrm>
            <a:off x="5426749" y="629600"/>
            <a:ext cx="13044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13093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[totalRevenue]</a:t>
            </a:r>
            <a:endParaRPr/>
          </a:p>
          <a:p>
            <a:pPr indent="0" lvl="0" marL="13093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lt2"/>
                </a:solidFill>
              </a:rPr>
              <a:t>[fiscalYear] </a:t>
            </a:r>
            <a:r>
              <a:rPr lang="en-US" sz="105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revenue</a:t>
            </a:r>
            <a:endParaRPr/>
          </a:p>
        </p:txBody>
      </p:sp>
      <p:cxnSp>
        <p:nvCxnSpPr>
          <p:cNvPr id="309" name="Google Shape;309;p4"/>
          <p:cNvCxnSpPr/>
          <p:nvPr/>
        </p:nvCxnSpPr>
        <p:spPr>
          <a:xfrm>
            <a:off x="5394406" y="531220"/>
            <a:ext cx="0" cy="640952"/>
          </a:xfrm>
          <a:prstGeom prst="straightConnector1">
            <a:avLst/>
          </a:prstGeom>
          <a:noFill/>
          <a:ln cap="rnd" cmpd="sng" w="25400">
            <a:solidFill>
              <a:srgbClr val="5ADD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0" name="Google Shape;310;p4"/>
          <p:cNvSpPr/>
          <p:nvPr/>
        </p:nvSpPr>
        <p:spPr>
          <a:xfrm>
            <a:off x="7134117" y="629604"/>
            <a:ext cx="1225261" cy="4564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13093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99">
                <a:solidFill>
                  <a:srgbClr val="5ADDFF"/>
                </a:solidFill>
                <a:latin typeface="Arial"/>
                <a:ea typeface="Arial"/>
                <a:cs typeface="Arial"/>
                <a:sym typeface="Arial"/>
              </a:rPr>
              <a:t>78,700+</a:t>
            </a:r>
            <a:endParaRPr/>
          </a:p>
          <a:p>
            <a:pPr indent="0" lvl="0" marL="13093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Employees</a:t>
            </a:r>
            <a:endParaRPr/>
          </a:p>
        </p:txBody>
      </p:sp>
      <p:cxnSp>
        <p:nvCxnSpPr>
          <p:cNvPr id="311" name="Google Shape;311;p4"/>
          <p:cNvCxnSpPr/>
          <p:nvPr/>
        </p:nvCxnSpPr>
        <p:spPr>
          <a:xfrm>
            <a:off x="7101762" y="531220"/>
            <a:ext cx="0" cy="640952"/>
          </a:xfrm>
          <a:prstGeom prst="straightConnector1">
            <a:avLst/>
          </a:prstGeom>
          <a:noFill/>
          <a:ln cap="rnd" cmpd="sng" w="25400">
            <a:solidFill>
              <a:srgbClr val="5ADD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2" name="Google Shape;312;p4"/>
          <p:cNvSpPr/>
          <p:nvPr/>
        </p:nvSpPr>
        <p:spPr>
          <a:xfrm>
            <a:off x="5426761" y="1562938"/>
            <a:ext cx="1225261" cy="4564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13093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99">
                <a:solidFill>
                  <a:srgbClr val="5ADDFF"/>
                </a:solidFill>
                <a:latin typeface="Arial"/>
                <a:ea typeface="Arial"/>
                <a:cs typeface="Arial"/>
                <a:sym typeface="Arial"/>
              </a:rPr>
              <a:t>95</a:t>
            </a:r>
            <a:endParaRPr/>
          </a:p>
          <a:p>
            <a:pPr indent="0" lvl="0" marL="13093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Countries</a:t>
            </a:r>
            <a:endParaRPr/>
          </a:p>
        </p:txBody>
      </p:sp>
      <p:cxnSp>
        <p:nvCxnSpPr>
          <p:cNvPr id="313" name="Google Shape;313;p4"/>
          <p:cNvCxnSpPr/>
          <p:nvPr/>
        </p:nvCxnSpPr>
        <p:spPr>
          <a:xfrm>
            <a:off x="5394406" y="1464554"/>
            <a:ext cx="0" cy="640952"/>
          </a:xfrm>
          <a:prstGeom prst="straightConnector1">
            <a:avLst/>
          </a:prstGeom>
          <a:noFill/>
          <a:ln cap="rnd" cmpd="sng" w="25400">
            <a:solidFill>
              <a:srgbClr val="5ADD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4" name="Google Shape;314;p4"/>
          <p:cNvSpPr/>
          <p:nvPr/>
        </p:nvSpPr>
        <p:spPr>
          <a:xfrm>
            <a:off x="7134117" y="1562938"/>
            <a:ext cx="1225261" cy="4564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13093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99">
                <a:solidFill>
                  <a:srgbClr val="5ADDFF"/>
                </a:solidFill>
                <a:latin typeface="Arial"/>
                <a:ea typeface="Arial"/>
                <a:cs typeface="Arial"/>
                <a:sym typeface="Arial"/>
              </a:rPr>
              <a:t>362</a:t>
            </a:r>
            <a:endParaRPr/>
          </a:p>
          <a:p>
            <a:pPr indent="0" lvl="0" marL="13093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Offices globally</a:t>
            </a:r>
            <a:endParaRPr/>
          </a:p>
        </p:txBody>
      </p:sp>
      <p:cxnSp>
        <p:nvCxnSpPr>
          <p:cNvPr id="315" name="Google Shape;315;p4"/>
          <p:cNvCxnSpPr/>
          <p:nvPr/>
        </p:nvCxnSpPr>
        <p:spPr>
          <a:xfrm>
            <a:off x="7101762" y="1464554"/>
            <a:ext cx="0" cy="640952"/>
          </a:xfrm>
          <a:prstGeom prst="straightConnector1">
            <a:avLst/>
          </a:prstGeom>
          <a:noFill/>
          <a:ln cap="rnd" cmpd="sng" w="25400">
            <a:solidFill>
              <a:srgbClr val="5ADD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4" y="0"/>
            <a:ext cx="9141612" cy="5142157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5"/>
          <p:cNvSpPr/>
          <p:nvPr/>
        </p:nvSpPr>
        <p:spPr>
          <a:xfrm>
            <a:off x="1192" y="670"/>
            <a:ext cx="4570808" cy="5142161"/>
          </a:xfrm>
          <a:prstGeom prst="rect">
            <a:avLst/>
          </a:prstGeom>
          <a:solidFill>
            <a:schemeClr val="lt1">
              <a:alpha val="6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5"/>
          <p:cNvSpPr txBox="1"/>
          <p:nvPr>
            <p:ph type="title"/>
          </p:nvPr>
        </p:nvSpPr>
        <p:spPr>
          <a:xfrm>
            <a:off x="438843" y="1659732"/>
            <a:ext cx="3807806" cy="1824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FY21 Financials</a:t>
            </a:r>
            <a:endParaRPr/>
          </a:p>
        </p:txBody>
      </p:sp>
      <p:grpSp>
        <p:nvGrpSpPr>
          <p:cNvPr id="324" name="Google Shape;324;p5"/>
          <p:cNvGrpSpPr/>
          <p:nvPr/>
        </p:nvGrpSpPr>
        <p:grpSpPr>
          <a:xfrm>
            <a:off x="5011680" y="850230"/>
            <a:ext cx="1953276" cy="640952"/>
            <a:chOff x="6680652" y="2072358"/>
            <a:chExt cx="2604368" cy="854603"/>
          </a:xfrm>
        </p:grpSpPr>
        <p:sp>
          <p:nvSpPr>
            <p:cNvPr id="325" name="Google Shape;325;p5"/>
            <p:cNvSpPr/>
            <p:nvPr/>
          </p:nvSpPr>
          <p:spPr>
            <a:xfrm>
              <a:off x="6723792" y="2141897"/>
              <a:ext cx="2561228" cy="7318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130493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>
                  <a:solidFill>
                    <a:srgbClr val="5ADDFF"/>
                  </a:solidFill>
                </a:rPr>
                <a:t>[investments]</a:t>
              </a:r>
              <a:endParaRPr/>
            </a:p>
            <a:p>
              <a:pPr indent="0" lvl="0" marL="130493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rPr>
                <a:t>Total cash and investments</a:t>
              </a:r>
              <a:endParaRPr/>
            </a:p>
          </p:txBody>
        </p:sp>
        <p:cxnSp>
          <p:nvCxnSpPr>
            <p:cNvPr id="326" name="Google Shape;326;p5"/>
            <p:cNvCxnSpPr/>
            <p:nvPr/>
          </p:nvCxnSpPr>
          <p:spPr>
            <a:xfrm>
              <a:off x="6680652" y="2072358"/>
              <a:ext cx="0" cy="854603"/>
            </a:xfrm>
            <a:prstGeom prst="straightConnector1">
              <a:avLst/>
            </a:prstGeom>
            <a:noFill/>
            <a:ln cap="rnd" cmpd="sng" w="25400">
              <a:solidFill>
                <a:srgbClr val="5ADD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27" name="Google Shape;327;p5"/>
          <p:cNvGrpSpPr/>
          <p:nvPr/>
        </p:nvGrpSpPr>
        <p:grpSpPr>
          <a:xfrm>
            <a:off x="5011680" y="2270102"/>
            <a:ext cx="1953170" cy="640952"/>
            <a:chOff x="6680652" y="3851316"/>
            <a:chExt cx="2604226" cy="854603"/>
          </a:xfrm>
        </p:grpSpPr>
        <p:sp>
          <p:nvSpPr>
            <p:cNvPr id="328" name="Google Shape;328;p5"/>
            <p:cNvSpPr/>
            <p:nvPr/>
          </p:nvSpPr>
          <p:spPr>
            <a:xfrm>
              <a:off x="6723778" y="3920845"/>
              <a:ext cx="2561100" cy="73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13093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>
                  <a:solidFill>
                    <a:srgbClr val="5ADDFF"/>
                  </a:solidFill>
                </a:rPr>
                <a:t>[totalRevenue]</a:t>
              </a:r>
              <a:endParaRPr/>
            </a:p>
            <a:p>
              <a:pPr indent="0" lvl="0" marL="13093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rPr>
                <a:t>Revenue</a:t>
              </a:r>
              <a:endParaRPr/>
            </a:p>
          </p:txBody>
        </p:sp>
        <p:cxnSp>
          <p:nvCxnSpPr>
            <p:cNvPr id="329" name="Google Shape;329;p5"/>
            <p:cNvCxnSpPr/>
            <p:nvPr/>
          </p:nvCxnSpPr>
          <p:spPr>
            <a:xfrm>
              <a:off x="6680652" y="3851316"/>
              <a:ext cx="0" cy="854603"/>
            </a:xfrm>
            <a:prstGeom prst="straightConnector1">
              <a:avLst/>
            </a:prstGeom>
            <a:noFill/>
            <a:ln cap="rnd" cmpd="sng" w="25400">
              <a:solidFill>
                <a:srgbClr val="5ADD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30" name="Google Shape;330;p5"/>
          <p:cNvSpPr/>
          <p:nvPr/>
        </p:nvSpPr>
        <p:spPr>
          <a:xfrm rot="-5400000">
            <a:off x="5821346" y="2264076"/>
            <a:ext cx="301592" cy="1920922"/>
          </a:xfrm>
          <a:prstGeom prst="rightBrace">
            <a:avLst>
              <a:gd fmla="val 39119" name="adj1"/>
              <a:gd fmla="val 22621" name="adj2"/>
            </a:avLst>
          </a:prstGeom>
          <a:noFill/>
          <a:ln cap="rnd" cmpd="sng" w="25400">
            <a:solidFill>
              <a:srgbClr val="D8D8D8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9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1" name="Google Shape;331;p5"/>
          <p:cNvGrpSpPr/>
          <p:nvPr/>
        </p:nvGrpSpPr>
        <p:grpSpPr>
          <a:xfrm>
            <a:off x="5011680" y="3652319"/>
            <a:ext cx="3728602" cy="640952"/>
            <a:chOff x="6680652" y="5528164"/>
            <a:chExt cx="4971469" cy="854603"/>
          </a:xfrm>
        </p:grpSpPr>
        <p:sp>
          <p:nvSpPr>
            <p:cNvPr id="332" name="Google Shape;332;p5"/>
            <p:cNvSpPr/>
            <p:nvPr/>
          </p:nvSpPr>
          <p:spPr>
            <a:xfrm>
              <a:off x="6723792" y="5597703"/>
              <a:ext cx="2367101" cy="7318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13093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5ADDFF"/>
                  </a:solidFill>
                </a:rPr>
                <a:t>[productRevenue]</a:t>
              </a:r>
              <a:endParaRPr sz="900"/>
            </a:p>
            <a:p>
              <a:pPr indent="0" lvl="0" marL="13093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rPr>
                <a:t>Product revenue</a:t>
              </a:r>
              <a:endParaRPr/>
            </a:p>
          </p:txBody>
        </p:sp>
        <p:cxnSp>
          <p:nvCxnSpPr>
            <p:cNvPr id="333" name="Google Shape;333;p5"/>
            <p:cNvCxnSpPr/>
            <p:nvPr/>
          </p:nvCxnSpPr>
          <p:spPr>
            <a:xfrm>
              <a:off x="6680652" y="5528164"/>
              <a:ext cx="0" cy="854603"/>
            </a:xfrm>
            <a:prstGeom prst="straightConnector1">
              <a:avLst/>
            </a:prstGeom>
            <a:noFill/>
            <a:ln cap="rnd" cmpd="sng" w="25400">
              <a:solidFill>
                <a:srgbClr val="5ADD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34" name="Google Shape;334;p5"/>
            <p:cNvSpPr/>
            <p:nvPr/>
          </p:nvSpPr>
          <p:spPr>
            <a:xfrm>
              <a:off x="9285020" y="5597703"/>
              <a:ext cx="2367101" cy="7318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13093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5ADDFF"/>
                  </a:solidFill>
                </a:rPr>
                <a:t>[serviceRevenue]</a:t>
              </a:r>
              <a:endParaRPr sz="900"/>
            </a:p>
            <a:p>
              <a:pPr indent="0" lvl="0" marL="13093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rPr>
                <a:t>Services revenue</a:t>
              </a:r>
              <a:endParaRPr/>
            </a:p>
          </p:txBody>
        </p:sp>
        <p:cxnSp>
          <p:nvCxnSpPr>
            <p:cNvPr id="335" name="Google Shape;335;p5"/>
            <p:cNvCxnSpPr/>
            <p:nvPr/>
          </p:nvCxnSpPr>
          <p:spPr>
            <a:xfrm>
              <a:off x="9241880" y="5528164"/>
              <a:ext cx="0" cy="854603"/>
            </a:xfrm>
            <a:prstGeom prst="straightConnector1">
              <a:avLst/>
            </a:prstGeom>
            <a:noFill/>
            <a:ln cap="rnd" cmpd="sng" w="25400">
              <a:solidFill>
                <a:srgbClr val="5ADD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4_Blue theme 2015 16x9">
  <a:themeElements>
    <a:clrScheme name="Custom 114">
      <a:dk1>
        <a:srgbClr val="282828"/>
      </a:dk1>
      <a:lt1>
        <a:srgbClr val="0D274D"/>
      </a:lt1>
      <a:dk2>
        <a:srgbClr val="1E4471"/>
      </a:dk2>
      <a:lt2>
        <a:srgbClr val="FFFFFF"/>
      </a:lt2>
      <a:accent1>
        <a:srgbClr val="00BCEB"/>
      </a:accent1>
      <a:accent2>
        <a:srgbClr val="74BF4B"/>
      </a:accent2>
      <a:accent3>
        <a:srgbClr val="1E4471"/>
      </a:accent3>
      <a:accent4>
        <a:srgbClr val="9E9EA2"/>
      </a:accent4>
      <a:accent5>
        <a:srgbClr val="FBAB2C"/>
      </a:accent5>
      <a:accent6>
        <a:srgbClr val="E3241B"/>
      </a:accent6>
      <a:hlink>
        <a:srgbClr val="00BCEB"/>
      </a:hlink>
      <a:folHlink>
        <a:srgbClr val="1E447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isco Corporate Default Theme 2021">
  <a:themeElements>
    <a:clrScheme name="Custom 112">
      <a:dk1>
        <a:srgbClr val="282828"/>
      </a:dk1>
      <a:lt1>
        <a:srgbClr val="0D274D"/>
      </a:lt1>
      <a:dk2>
        <a:srgbClr val="1E4471"/>
      </a:dk2>
      <a:lt2>
        <a:srgbClr val="FFFFFF"/>
      </a:lt2>
      <a:accent1>
        <a:srgbClr val="00BCEB"/>
      </a:accent1>
      <a:accent2>
        <a:srgbClr val="74BF4B"/>
      </a:accent2>
      <a:accent3>
        <a:srgbClr val="1E4471"/>
      </a:accent3>
      <a:accent4>
        <a:srgbClr val="9E9EA2"/>
      </a:accent4>
      <a:accent5>
        <a:srgbClr val="FBAB2C"/>
      </a:accent5>
      <a:accent6>
        <a:srgbClr val="E3241B"/>
      </a:accent6>
      <a:hlink>
        <a:srgbClr val="00BCEB"/>
      </a:hlink>
      <a:folHlink>
        <a:srgbClr val="1E447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2021-04-07T19:23:02Z</dcterms:created>
  <dc:creator>Jackie Lefton -X (jaclefto - M SQUARED CONSULTING INC at Cisco)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0x010100D16B5BE5C3EFBA4380B60BA1286BF0F0</vt:lpwstr>
  </property>
</Properties>
</file>